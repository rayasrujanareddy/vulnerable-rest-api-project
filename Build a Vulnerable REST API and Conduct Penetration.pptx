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73" r:id="rId6"/>
    <p:sldId id="259" r:id="rId7"/>
    <p:sldId id="260" r:id="rId8"/>
    <p:sldId id="262" r:id="rId9"/>
    <p:sldId id="263" r:id="rId10"/>
    <p:sldId id="264" r:id="rId11"/>
    <p:sldId id="265" r:id="rId12"/>
    <p:sldId id="274" r:id="rId13"/>
    <p:sldId id="261" r:id="rId14"/>
    <p:sldId id="267" r:id="rId15"/>
    <p:sldId id="266" r:id="rId16"/>
    <p:sldId id="268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6234" autoAdjust="0"/>
  </p:normalViewPr>
  <p:slideViewPr>
    <p:cSldViewPr snapToGrid="0" showGuides="1">
      <p:cViewPr>
        <p:scale>
          <a:sx n="46" d="100"/>
          <a:sy n="46" d="100"/>
        </p:scale>
        <p:origin x="29" y="1378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5000/test_all_vulnerabilities" TargetMode="External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5000/test_all_vulnerabilitie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4728F6-5C5F-43B1-B3BB-0B675E785D58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508685-66FC-47F2-AB6B-4455A09674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 REST API with intentional vulnerabilities</a:t>
          </a:r>
        </a:p>
      </dgm:t>
    </dgm:pt>
    <dgm:pt modelId="{9DAD9097-726C-4A4A-981B-B9FE05248995}" type="parTrans" cxnId="{AE9332E4-073A-48C8-AC70-A05918FFBD1B}">
      <dgm:prSet/>
      <dgm:spPr/>
      <dgm:t>
        <a:bodyPr/>
        <a:lstStyle/>
        <a:p>
          <a:endParaRPr lang="en-US"/>
        </a:p>
      </dgm:t>
    </dgm:pt>
    <dgm:pt modelId="{1090DD04-86AD-4172-A5F3-44AE703A3D69}" type="sibTrans" cxnId="{AE9332E4-073A-48C8-AC70-A05918FFBD1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4C4E81D-7C05-439B-8BFB-847A2CE6AA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 Penetration Testing using crafted payloads</a:t>
          </a:r>
        </a:p>
      </dgm:t>
    </dgm:pt>
    <dgm:pt modelId="{12E9BF55-6D6A-48C7-BA10-1A05D308B02A}" type="parTrans" cxnId="{DBC66AA5-D562-4BA5-85D3-8F834BD7B357}">
      <dgm:prSet/>
      <dgm:spPr/>
      <dgm:t>
        <a:bodyPr/>
        <a:lstStyle/>
        <a:p>
          <a:endParaRPr lang="en-US"/>
        </a:p>
      </dgm:t>
    </dgm:pt>
    <dgm:pt modelId="{1237EC63-0210-4D39-AE63-67885D677C3A}" type="sibTrans" cxnId="{DBC66AA5-D562-4BA5-85D3-8F834BD7B35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E3D1E45-98C7-41F0-92A7-3C67642569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Learn how to identify and fix common web application flaws</a:t>
          </a:r>
        </a:p>
      </dgm:t>
    </dgm:pt>
    <dgm:pt modelId="{04BEC9AA-86B9-4AD9-BF9D-E89F9D6D3451}" type="parTrans" cxnId="{25E98FD7-AF78-4A45-9A40-483B66596076}">
      <dgm:prSet/>
      <dgm:spPr/>
      <dgm:t>
        <a:bodyPr/>
        <a:lstStyle/>
        <a:p>
          <a:endParaRPr lang="en-US"/>
        </a:p>
      </dgm:t>
    </dgm:pt>
    <dgm:pt modelId="{3E432ECC-9406-4D28-91DA-29DCEEC2BD23}" type="sibTrans" cxnId="{25E98FD7-AF78-4A45-9A40-483B6659607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ABF61F5-070B-40C8-9768-FA6ACBAD5D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Demonstrate real-world exploitation and secure coding practices</a:t>
          </a:r>
        </a:p>
      </dgm:t>
    </dgm:pt>
    <dgm:pt modelId="{B54226FA-310F-42A1-9A23-806A4E20F758}" type="parTrans" cxnId="{908CC0BE-11E2-4672-B17B-D6280F4FFD28}">
      <dgm:prSet/>
      <dgm:spPr/>
      <dgm:t>
        <a:bodyPr/>
        <a:lstStyle/>
        <a:p>
          <a:endParaRPr lang="en-US"/>
        </a:p>
      </dgm:t>
    </dgm:pt>
    <dgm:pt modelId="{4B9C1D49-D83E-4116-BA2E-465C15594091}" type="sibTrans" cxnId="{908CC0BE-11E2-4672-B17B-D6280F4FFD28}">
      <dgm:prSet phldrT="4" phldr="0"/>
      <dgm:spPr/>
      <dgm:t>
        <a:bodyPr/>
        <a:lstStyle/>
        <a:p>
          <a:endParaRPr lang="en-US"/>
        </a:p>
      </dgm:t>
    </dgm:pt>
    <dgm:pt modelId="{ECE382B4-8EBF-4E1B-BA1D-0842132E4042}" type="pres">
      <dgm:prSet presAssocID="{904728F6-5C5F-43B1-B3BB-0B675E785D58}" presName="Name0" presStyleCnt="0">
        <dgm:presLayoutVars>
          <dgm:dir/>
          <dgm:resizeHandles val="exact"/>
        </dgm:presLayoutVars>
      </dgm:prSet>
      <dgm:spPr/>
    </dgm:pt>
    <dgm:pt modelId="{8FB6D269-76AA-47B0-972F-0FBA18A1315E}" type="pres">
      <dgm:prSet presAssocID="{CB508685-66FC-47F2-AB6B-4455A0967433}" presName="node" presStyleLbl="node1" presStyleIdx="0" presStyleCnt="4">
        <dgm:presLayoutVars>
          <dgm:bulletEnabled val="1"/>
        </dgm:presLayoutVars>
      </dgm:prSet>
      <dgm:spPr/>
    </dgm:pt>
    <dgm:pt modelId="{86F4BA3E-BA85-42B8-879A-C85AAFC071A7}" type="pres">
      <dgm:prSet presAssocID="{1090DD04-86AD-4172-A5F3-44AE703A3D69}" presName="sibTrans" presStyleLbl="sibTrans1D1" presStyleIdx="0" presStyleCnt="3"/>
      <dgm:spPr/>
    </dgm:pt>
    <dgm:pt modelId="{AF2232EB-0331-4156-925E-060B1718DCDA}" type="pres">
      <dgm:prSet presAssocID="{1090DD04-86AD-4172-A5F3-44AE703A3D69}" presName="connectorText" presStyleLbl="sibTrans1D1" presStyleIdx="0" presStyleCnt="3"/>
      <dgm:spPr/>
    </dgm:pt>
    <dgm:pt modelId="{CC88E668-B4F3-48FC-A1B7-8FDCC69781DA}" type="pres">
      <dgm:prSet presAssocID="{E4C4E81D-7C05-439B-8BFB-847A2CE6AAB5}" presName="node" presStyleLbl="node1" presStyleIdx="1" presStyleCnt="4">
        <dgm:presLayoutVars>
          <dgm:bulletEnabled val="1"/>
        </dgm:presLayoutVars>
      </dgm:prSet>
      <dgm:spPr/>
    </dgm:pt>
    <dgm:pt modelId="{63F270C9-59D6-49C0-88FB-8C3633A386C9}" type="pres">
      <dgm:prSet presAssocID="{1237EC63-0210-4D39-AE63-67885D677C3A}" presName="sibTrans" presStyleLbl="sibTrans1D1" presStyleIdx="1" presStyleCnt="3"/>
      <dgm:spPr/>
    </dgm:pt>
    <dgm:pt modelId="{E78DB3A2-E6E1-48FE-82DB-0D32FA397055}" type="pres">
      <dgm:prSet presAssocID="{1237EC63-0210-4D39-AE63-67885D677C3A}" presName="connectorText" presStyleLbl="sibTrans1D1" presStyleIdx="1" presStyleCnt="3"/>
      <dgm:spPr/>
    </dgm:pt>
    <dgm:pt modelId="{88FC035E-7016-4DD3-9DED-1F431810E084}" type="pres">
      <dgm:prSet presAssocID="{6E3D1E45-98C7-41F0-92A7-3C6764256952}" presName="node" presStyleLbl="node1" presStyleIdx="2" presStyleCnt="4">
        <dgm:presLayoutVars>
          <dgm:bulletEnabled val="1"/>
        </dgm:presLayoutVars>
      </dgm:prSet>
      <dgm:spPr/>
    </dgm:pt>
    <dgm:pt modelId="{F184E7F8-5F0D-4587-A29B-96F600261AAC}" type="pres">
      <dgm:prSet presAssocID="{3E432ECC-9406-4D28-91DA-29DCEEC2BD23}" presName="sibTrans" presStyleLbl="sibTrans1D1" presStyleIdx="2" presStyleCnt="3"/>
      <dgm:spPr/>
    </dgm:pt>
    <dgm:pt modelId="{86C667A9-CE3D-4E8C-934E-11812E6C059D}" type="pres">
      <dgm:prSet presAssocID="{3E432ECC-9406-4D28-91DA-29DCEEC2BD23}" presName="connectorText" presStyleLbl="sibTrans1D1" presStyleIdx="2" presStyleCnt="3"/>
      <dgm:spPr/>
    </dgm:pt>
    <dgm:pt modelId="{8B43CCBD-A03A-41FF-BCE5-FAD0FAE98344}" type="pres">
      <dgm:prSet presAssocID="{BABF61F5-070B-40C8-9768-FA6ACBAD5D18}" presName="node" presStyleLbl="node1" presStyleIdx="3" presStyleCnt="4">
        <dgm:presLayoutVars>
          <dgm:bulletEnabled val="1"/>
        </dgm:presLayoutVars>
      </dgm:prSet>
      <dgm:spPr/>
    </dgm:pt>
  </dgm:ptLst>
  <dgm:cxnLst>
    <dgm:cxn modelId="{FED41706-DAE6-452A-B6F2-416536D44E60}" type="presOf" srcId="{1090DD04-86AD-4172-A5F3-44AE703A3D69}" destId="{86F4BA3E-BA85-42B8-879A-C85AAFC071A7}" srcOrd="0" destOrd="0" presId="urn:microsoft.com/office/officeart/2016/7/layout/RepeatingBendingProcessNew"/>
    <dgm:cxn modelId="{6B2ED322-944E-4DFA-B654-9DAAC355CDBA}" type="presOf" srcId="{1237EC63-0210-4D39-AE63-67885D677C3A}" destId="{63F270C9-59D6-49C0-88FB-8C3633A386C9}" srcOrd="0" destOrd="0" presId="urn:microsoft.com/office/officeart/2016/7/layout/RepeatingBendingProcessNew"/>
    <dgm:cxn modelId="{E2ADA130-B02E-4663-8544-E03E251E8BBE}" type="presOf" srcId="{E4C4E81D-7C05-439B-8BFB-847A2CE6AAB5}" destId="{CC88E668-B4F3-48FC-A1B7-8FDCC69781DA}" srcOrd="0" destOrd="0" presId="urn:microsoft.com/office/officeart/2016/7/layout/RepeatingBendingProcessNew"/>
    <dgm:cxn modelId="{6B31CB5B-2E1D-43F3-80C7-4A549E2D3D17}" type="presOf" srcId="{3E432ECC-9406-4D28-91DA-29DCEEC2BD23}" destId="{86C667A9-CE3D-4E8C-934E-11812E6C059D}" srcOrd="1" destOrd="0" presId="urn:microsoft.com/office/officeart/2016/7/layout/RepeatingBendingProcessNew"/>
    <dgm:cxn modelId="{BB996744-A7A4-4214-A368-8548CABB4E5B}" type="presOf" srcId="{904728F6-5C5F-43B1-B3BB-0B675E785D58}" destId="{ECE382B4-8EBF-4E1B-BA1D-0842132E4042}" srcOrd="0" destOrd="0" presId="urn:microsoft.com/office/officeart/2016/7/layout/RepeatingBendingProcessNew"/>
    <dgm:cxn modelId="{184E774F-B874-4D5B-B065-468448E1DBD4}" type="presOf" srcId="{CB508685-66FC-47F2-AB6B-4455A0967433}" destId="{8FB6D269-76AA-47B0-972F-0FBA18A1315E}" srcOrd="0" destOrd="0" presId="urn:microsoft.com/office/officeart/2016/7/layout/RepeatingBendingProcessNew"/>
    <dgm:cxn modelId="{74D6CA7E-57AC-40AC-B2C2-806F91FD5D15}" type="presOf" srcId="{6E3D1E45-98C7-41F0-92A7-3C6764256952}" destId="{88FC035E-7016-4DD3-9DED-1F431810E084}" srcOrd="0" destOrd="0" presId="urn:microsoft.com/office/officeart/2016/7/layout/RepeatingBendingProcessNew"/>
    <dgm:cxn modelId="{0CD9EA9B-73DD-45E4-8472-29C8785CD57C}" type="presOf" srcId="{1237EC63-0210-4D39-AE63-67885D677C3A}" destId="{E78DB3A2-E6E1-48FE-82DB-0D32FA397055}" srcOrd="1" destOrd="0" presId="urn:microsoft.com/office/officeart/2016/7/layout/RepeatingBendingProcessNew"/>
    <dgm:cxn modelId="{DBC66AA5-D562-4BA5-85D3-8F834BD7B357}" srcId="{904728F6-5C5F-43B1-B3BB-0B675E785D58}" destId="{E4C4E81D-7C05-439B-8BFB-847A2CE6AAB5}" srcOrd="1" destOrd="0" parTransId="{12E9BF55-6D6A-48C7-BA10-1A05D308B02A}" sibTransId="{1237EC63-0210-4D39-AE63-67885D677C3A}"/>
    <dgm:cxn modelId="{03AE0FAB-B135-4FF6-9D8F-6086A53B4380}" type="presOf" srcId="{1090DD04-86AD-4172-A5F3-44AE703A3D69}" destId="{AF2232EB-0331-4156-925E-060B1718DCDA}" srcOrd="1" destOrd="0" presId="urn:microsoft.com/office/officeart/2016/7/layout/RepeatingBendingProcessNew"/>
    <dgm:cxn modelId="{908CC0BE-11E2-4672-B17B-D6280F4FFD28}" srcId="{904728F6-5C5F-43B1-B3BB-0B675E785D58}" destId="{BABF61F5-070B-40C8-9768-FA6ACBAD5D18}" srcOrd="3" destOrd="0" parTransId="{B54226FA-310F-42A1-9A23-806A4E20F758}" sibTransId="{4B9C1D49-D83E-4116-BA2E-465C15594091}"/>
    <dgm:cxn modelId="{7C116CD1-C557-4881-834A-53248C406E74}" type="presOf" srcId="{3E432ECC-9406-4D28-91DA-29DCEEC2BD23}" destId="{F184E7F8-5F0D-4587-A29B-96F600261AAC}" srcOrd="0" destOrd="0" presId="urn:microsoft.com/office/officeart/2016/7/layout/RepeatingBendingProcessNew"/>
    <dgm:cxn modelId="{0F6107D7-DC25-44E8-A8B2-B36CE8222F58}" type="presOf" srcId="{BABF61F5-070B-40C8-9768-FA6ACBAD5D18}" destId="{8B43CCBD-A03A-41FF-BCE5-FAD0FAE98344}" srcOrd="0" destOrd="0" presId="urn:microsoft.com/office/officeart/2016/7/layout/RepeatingBendingProcessNew"/>
    <dgm:cxn modelId="{25E98FD7-AF78-4A45-9A40-483B66596076}" srcId="{904728F6-5C5F-43B1-B3BB-0B675E785D58}" destId="{6E3D1E45-98C7-41F0-92A7-3C6764256952}" srcOrd="2" destOrd="0" parTransId="{04BEC9AA-86B9-4AD9-BF9D-E89F9D6D3451}" sibTransId="{3E432ECC-9406-4D28-91DA-29DCEEC2BD23}"/>
    <dgm:cxn modelId="{AE9332E4-073A-48C8-AC70-A05918FFBD1B}" srcId="{904728F6-5C5F-43B1-B3BB-0B675E785D58}" destId="{CB508685-66FC-47F2-AB6B-4455A0967433}" srcOrd="0" destOrd="0" parTransId="{9DAD9097-726C-4A4A-981B-B9FE05248995}" sibTransId="{1090DD04-86AD-4172-A5F3-44AE703A3D69}"/>
    <dgm:cxn modelId="{F1788B9F-E2AB-4CCE-AF15-3A00A3DF4030}" type="presParOf" srcId="{ECE382B4-8EBF-4E1B-BA1D-0842132E4042}" destId="{8FB6D269-76AA-47B0-972F-0FBA18A1315E}" srcOrd="0" destOrd="0" presId="urn:microsoft.com/office/officeart/2016/7/layout/RepeatingBendingProcessNew"/>
    <dgm:cxn modelId="{FF738729-83F3-4C2D-8DAF-501ECB594125}" type="presParOf" srcId="{ECE382B4-8EBF-4E1B-BA1D-0842132E4042}" destId="{86F4BA3E-BA85-42B8-879A-C85AAFC071A7}" srcOrd="1" destOrd="0" presId="urn:microsoft.com/office/officeart/2016/7/layout/RepeatingBendingProcessNew"/>
    <dgm:cxn modelId="{412F01FD-8944-4E1C-9EF2-D1AA62DF7F3B}" type="presParOf" srcId="{86F4BA3E-BA85-42B8-879A-C85AAFC071A7}" destId="{AF2232EB-0331-4156-925E-060B1718DCDA}" srcOrd="0" destOrd="0" presId="urn:microsoft.com/office/officeart/2016/7/layout/RepeatingBendingProcessNew"/>
    <dgm:cxn modelId="{B463A0FD-7EA8-47DE-823E-32649690F05C}" type="presParOf" srcId="{ECE382B4-8EBF-4E1B-BA1D-0842132E4042}" destId="{CC88E668-B4F3-48FC-A1B7-8FDCC69781DA}" srcOrd="2" destOrd="0" presId="urn:microsoft.com/office/officeart/2016/7/layout/RepeatingBendingProcessNew"/>
    <dgm:cxn modelId="{689BEC60-DEF7-4092-AB17-6CDF6FFD2239}" type="presParOf" srcId="{ECE382B4-8EBF-4E1B-BA1D-0842132E4042}" destId="{63F270C9-59D6-49C0-88FB-8C3633A386C9}" srcOrd="3" destOrd="0" presId="urn:microsoft.com/office/officeart/2016/7/layout/RepeatingBendingProcessNew"/>
    <dgm:cxn modelId="{6D958C16-2E87-442C-B9EA-54065180E724}" type="presParOf" srcId="{63F270C9-59D6-49C0-88FB-8C3633A386C9}" destId="{E78DB3A2-E6E1-48FE-82DB-0D32FA397055}" srcOrd="0" destOrd="0" presId="urn:microsoft.com/office/officeart/2016/7/layout/RepeatingBendingProcessNew"/>
    <dgm:cxn modelId="{06187367-1A2F-412C-826D-25C8FB29D8C3}" type="presParOf" srcId="{ECE382B4-8EBF-4E1B-BA1D-0842132E4042}" destId="{88FC035E-7016-4DD3-9DED-1F431810E084}" srcOrd="4" destOrd="0" presId="urn:microsoft.com/office/officeart/2016/7/layout/RepeatingBendingProcessNew"/>
    <dgm:cxn modelId="{1BA1D26C-33D3-4A57-BB8D-293D0102DA8C}" type="presParOf" srcId="{ECE382B4-8EBF-4E1B-BA1D-0842132E4042}" destId="{F184E7F8-5F0D-4587-A29B-96F600261AAC}" srcOrd="5" destOrd="0" presId="urn:microsoft.com/office/officeart/2016/7/layout/RepeatingBendingProcessNew"/>
    <dgm:cxn modelId="{277D823A-5C32-4FA9-8764-5E2C8BDCB968}" type="presParOf" srcId="{F184E7F8-5F0D-4587-A29B-96F600261AAC}" destId="{86C667A9-CE3D-4E8C-934E-11812E6C059D}" srcOrd="0" destOrd="0" presId="urn:microsoft.com/office/officeart/2016/7/layout/RepeatingBendingProcessNew"/>
    <dgm:cxn modelId="{13A0B59D-7D89-4E65-A230-9B07175AC0EC}" type="presParOf" srcId="{ECE382B4-8EBF-4E1B-BA1D-0842132E4042}" destId="{8B43CCBD-A03A-41FF-BCE5-FAD0FAE98344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7F9EF6-C84F-493E-9159-89ACA689DD87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E696C72-2FCD-4E97-9B42-F6F2FD685D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1. SQL Injection</a:t>
          </a:r>
          <a:endParaRPr lang="en-US" b="1" dirty="0"/>
        </a:p>
      </dgm:t>
    </dgm:pt>
    <dgm:pt modelId="{7B3057FF-56C5-4FA3-99A7-8FACDDBDEBC1}" type="parTrans" cxnId="{4E43C062-E5FC-4A7C-AE54-CFA9B22188C0}">
      <dgm:prSet/>
      <dgm:spPr/>
      <dgm:t>
        <a:bodyPr/>
        <a:lstStyle/>
        <a:p>
          <a:endParaRPr lang="en-US"/>
        </a:p>
      </dgm:t>
    </dgm:pt>
    <dgm:pt modelId="{EFA47F32-4590-41CF-A3B1-5D50483DEDE8}" type="sibTrans" cxnId="{4E43C062-E5FC-4A7C-AE54-CFA9B22188C0}">
      <dgm:prSet/>
      <dgm:spPr/>
      <dgm:t>
        <a:bodyPr/>
        <a:lstStyle/>
        <a:p>
          <a:endParaRPr lang="en-US"/>
        </a:p>
      </dgm:t>
    </dgm:pt>
    <dgm:pt modelId="{3CACF4FB-0DEC-4FD4-96ED-5D73CA04F8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Description: User inputs are directly concatenated into SQL queries without sanitization, allowing attackers to manipulate the query.</a:t>
          </a:r>
          <a:endParaRPr lang="en-US" b="1" dirty="0"/>
        </a:p>
      </dgm:t>
    </dgm:pt>
    <dgm:pt modelId="{A60311DD-1007-4D07-B382-C7FE14CB393A}" type="parTrans" cxnId="{B66F9768-784E-4859-96CD-084585D72BC7}">
      <dgm:prSet/>
      <dgm:spPr/>
      <dgm:t>
        <a:bodyPr/>
        <a:lstStyle/>
        <a:p>
          <a:endParaRPr lang="en-US"/>
        </a:p>
      </dgm:t>
    </dgm:pt>
    <dgm:pt modelId="{B6DD7EE2-9127-4D07-B3CC-7DC278DCBB9F}" type="sibTrans" cxnId="{B66F9768-784E-4859-96CD-084585D72BC7}">
      <dgm:prSet/>
      <dgm:spPr/>
      <dgm:t>
        <a:bodyPr/>
        <a:lstStyle/>
        <a:p>
          <a:endParaRPr lang="en-US"/>
        </a:p>
      </dgm:t>
    </dgm:pt>
    <dgm:pt modelId="{935F60B6-1515-4D7F-A022-D5CDA5C3F6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Example Payload:</a:t>
          </a:r>
          <a:endParaRPr lang="en-US" b="1" dirty="0"/>
        </a:p>
      </dgm:t>
    </dgm:pt>
    <dgm:pt modelId="{6AF7773B-8D55-4309-A0E0-280EBC4E6F97}" type="parTrans" cxnId="{8420E528-7D27-4335-B667-108189A101C6}">
      <dgm:prSet/>
      <dgm:spPr/>
      <dgm:t>
        <a:bodyPr/>
        <a:lstStyle/>
        <a:p>
          <a:endParaRPr lang="en-US"/>
        </a:p>
      </dgm:t>
    </dgm:pt>
    <dgm:pt modelId="{D8EA8C56-B1DF-4012-8CB8-2C3D30BAFB80}" type="sibTrans" cxnId="{8420E528-7D27-4335-B667-108189A101C6}">
      <dgm:prSet/>
      <dgm:spPr/>
      <dgm:t>
        <a:bodyPr/>
        <a:lstStyle/>
        <a:p>
          <a:endParaRPr lang="en-US"/>
        </a:p>
      </dgm:t>
    </dgm:pt>
    <dgm:pt modelId="{D3F056D8-9904-4C92-8A47-D1A622E74908}">
      <dgm:prSet/>
      <dgm:spPr/>
      <dgm:t>
        <a:bodyPr/>
        <a:lstStyle/>
        <a:p>
          <a:r>
            <a:rPr lang="en-US" b="1" i="0" baseline="0" dirty="0"/>
            <a:t>{ "username": "admin' OR '1'='1", "password": "anything" } </a:t>
          </a:r>
          <a:endParaRPr lang="en-US" b="1" dirty="0"/>
        </a:p>
      </dgm:t>
    </dgm:pt>
    <dgm:pt modelId="{CFBCE0EB-9C84-4CA3-953D-A3B7C213663A}" type="parTrans" cxnId="{E58E1C84-63F7-4B51-860A-DF5C8BD22DDF}">
      <dgm:prSet/>
      <dgm:spPr/>
      <dgm:t>
        <a:bodyPr/>
        <a:lstStyle/>
        <a:p>
          <a:endParaRPr lang="en-US"/>
        </a:p>
      </dgm:t>
    </dgm:pt>
    <dgm:pt modelId="{FD487190-356A-4071-80FD-0B15228B2FF5}" type="sibTrans" cxnId="{E58E1C84-63F7-4B51-860A-DF5C8BD22DDF}">
      <dgm:prSet/>
      <dgm:spPr/>
      <dgm:t>
        <a:bodyPr/>
        <a:lstStyle/>
        <a:p>
          <a:endParaRPr lang="en-US"/>
        </a:p>
      </dgm:t>
    </dgm:pt>
    <dgm:pt modelId="{8C61576C-BC5A-4C07-B029-3051362A08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Impact: Bypasses authentication, potentially exposing sensitive data.​</a:t>
          </a:r>
          <a:endParaRPr lang="en-US" b="1" dirty="0"/>
        </a:p>
      </dgm:t>
    </dgm:pt>
    <dgm:pt modelId="{A8B6CDAE-69BE-4687-984F-46D6EC7467DB}" type="parTrans" cxnId="{EE4D2DA9-FBE9-43F6-A613-D5452B525790}">
      <dgm:prSet/>
      <dgm:spPr/>
      <dgm:t>
        <a:bodyPr/>
        <a:lstStyle/>
        <a:p>
          <a:endParaRPr lang="en-US"/>
        </a:p>
      </dgm:t>
    </dgm:pt>
    <dgm:pt modelId="{E2A1B78A-22AC-4DCE-ADB8-D6C62204AA7F}" type="sibTrans" cxnId="{EE4D2DA9-FBE9-43F6-A613-D5452B525790}">
      <dgm:prSet/>
      <dgm:spPr/>
      <dgm:t>
        <a:bodyPr/>
        <a:lstStyle/>
        <a:p>
          <a:endParaRPr lang="en-US"/>
        </a:p>
      </dgm:t>
    </dgm:pt>
    <dgm:pt modelId="{4FF5C2C4-E1D8-4DF1-BED2-12EAFC9082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2. Plaintext Password Storage</a:t>
          </a:r>
          <a:endParaRPr lang="en-US" b="1" dirty="0"/>
        </a:p>
      </dgm:t>
    </dgm:pt>
    <dgm:pt modelId="{57614550-C841-4FC5-9649-EAA537D26455}" type="parTrans" cxnId="{E359546A-E67B-4DBA-8C3B-0289A3A28279}">
      <dgm:prSet/>
      <dgm:spPr/>
      <dgm:t>
        <a:bodyPr/>
        <a:lstStyle/>
        <a:p>
          <a:endParaRPr lang="en-US"/>
        </a:p>
      </dgm:t>
    </dgm:pt>
    <dgm:pt modelId="{2FE86336-C941-49D4-8112-395ADD760F71}" type="sibTrans" cxnId="{E359546A-E67B-4DBA-8C3B-0289A3A28279}">
      <dgm:prSet/>
      <dgm:spPr/>
      <dgm:t>
        <a:bodyPr/>
        <a:lstStyle/>
        <a:p>
          <a:endParaRPr lang="en-US"/>
        </a:p>
      </dgm:t>
    </dgm:pt>
    <dgm:pt modelId="{0201CD54-5092-4587-BCD4-082962F224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Description: Passwords are stored in the database without encryption or hashing.</a:t>
          </a:r>
          <a:endParaRPr lang="en-US" b="1" dirty="0"/>
        </a:p>
      </dgm:t>
    </dgm:pt>
    <dgm:pt modelId="{DAB6E8BA-0283-4008-807D-A92AA313D861}" type="parTrans" cxnId="{627B37DE-1B10-4AC9-8A2C-83C79E5FEF1B}">
      <dgm:prSet/>
      <dgm:spPr/>
      <dgm:t>
        <a:bodyPr/>
        <a:lstStyle/>
        <a:p>
          <a:endParaRPr lang="en-US"/>
        </a:p>
      </dgm:t>
    </dgm:pt>
    <dgm:pt modelId="{8800A655-D52F-41AE-B87A-6C62DB0F440F}" type="sibTrans" cxnId="{627B37DE-1B10-4AC9-8A2C-83C79E5FEF1B}">
      <dgm:prSet/>
      <dgm:spPr/>
      <dgm:t>
        <a:bodyPr/>
        <a:lstStyle/>
        <a:p>
          <a:endParaRPr lang="en-US"/>
        </a:p>
      </dgm:t>
    </dgm:pt>
    <dgm:pt modelId="{DBBA951A-3F37-4C1E-99D2-27F15A4C24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Example Payload:</a:t>
          </a:r>
          <a:endParaRPr lang="en-US" b="1" dirty="0"/>
        </a:p>
      </dgm:t>
    </dgm:pt>
    <dgm:pt modelId="{7262B53F-45DC-478E-B2AC-348301994CFE}" type="parTrans" cxnId="{0F536A75-EA3C-4CE9-BDCF-4895A751A796}">
      <dgm:prSet/>
      <dgm:spPr/>
      <dgm:t>
        <a:bodyPr/>
        <a:lstStyle/>
        <a:p>
          <a:endParaRPr lang="en-US"/>
        </a:p>
      </dgm:t>
    </dgm:pt>
    <dgm:pt modelId="{62F79D58-12A0-4654-B115-878DB62B8AA3}" type="sibTrans" cxnId="{0F536A75-EA3C-4CE9-BDCF-4895A751A796}">
      <dgm:prSet/>
      <dgm:spPr/>
      <dgm:t>
        <a:bodyPr/>
        <a:lstStyle/>
        <a:p>
          <a:endParaRPr lang="en-US"/>
        </a:p>
      </dgm:t>
    </dgm:pt>
    <dgm:pt modelId="{6785DCD7-25D6-4945-BB7A-7359E64E4363}">
      <dgm:prSet/>
      <dgm:spPr/>
      <dgm:t>
        <a:bodyPr/>
        <a:lstStyle/>
        <a:p>
          <a:r>
            <a:rPr lang="en-US" b="1" i="0" baseline="0" dirty="0"/>
            <a:t>{ "username": "</a:t>
          </a:r>
          <a:r>
            <a:rPr lang="en-US" b="1" i="0" baseline="0" dirty="0" err="1"/>
            <a:t>test_user</a:t>
          </a:r>
          <a:r>
            <a:rPr lang="en-US" b="1" i="0" baseline="0" dirty="0"/>
            <a:t>", "password": "</a:t>
          </a:r>
          <a:r>
            <a:rPr lang="en-US" b="1" i="0" baseline="0" dirty="0" err="1"/>
            <a:t>mysecret</a:t>
          </a:r>
          <a:r>
            <a:rPr lang="en-US" b="1" i="0" baseline="0" dirty="0"/>
            <a:t>" } </a:t>
          </a:r>
          <a:endParaRPr lang="en-US" b="1" dirty="0"/>
        </a:p>
      </dgm:t>
    </dgm:pt>
    <dgm:pt modelId="{86397446-8DC2-45BB-8CAD-D83247CA6775}" type="parTrans" cxnId="{C0F92397-9708-4033-A5A5-9D3BB8BBAAB3}">
      <dgm:prSet/>
      <dgm:spPr/>
      <dgm:t>
        <a:bodyPr/>
        <a:lstStyle/>
        <a:p>
          <a:endParaRPr lang="en-US"/>
        </a:p>
      </dgm:t>
    </dgm:pt>
    <dgm:pt modelId="{490FF04C-CA8F-49B4-BF20-81D237BCF762}" type="sibTrans" cxnId="{C0F92397-9708-4033-A5A5-9D3BB8BBAAB3}">
      <dgm:prSet/>
      <dgm:spPr/>
      <dgm:t>
        <a:bodyPr/>
        <a:lstStyle/>
        <a:p>
          <a:endParaRPr lang="en-US"/>
        </a:p>
      </dgm:t>
    </dgm:pt>
    <dgm:pt modelId="{1F4E7A60-1569-46B2-9B98-938A9CCE8C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Impact: If the database is compromised, all user passwords are exposed in plaintext.​</a:t>
          </a:r>
          <a:endParaRPr lang="en-US" b="1" dirty="0"/>
        </a:p>
      </dgm:t>
    </dgm:pt>
    <dgm:pt modelId="{DAE5BFE8-D2F5-4492-BB0E-BBCEDCEC7A5D}" type="parTrans" cxnId="{22F27BA2-AF4F-4087-822E-1D09042D8406}">
      <dgm:prSet/>
      <dgm:spPr/>
      <dgm:t>
        <a:bodyPr/>
        <a:lstStyle/>
        <a:p>
          <a:endParaRPr lang="en-US"/>
        </a:p>
      </dgm:t>
    </dgm:pt>
    <dgm:pt modelId="{33EBC090-C534-4986-B019-BBDD6AFF7332}" type="sibTrans" cxnId="{22F27BA2-AF4F-4087-822E-1D09042D8406}">
      <dgm:prSet/>
      <dgm:spPr/>
      <dgm:t>
        <a:bodyPr/>
        <a:lstStyle/>
        <a:p>
          <a:endParaRPr lang="en-US"/>
        </a:p>
      </dgm:t>
    </dgm:pt>
    <dgm:pt modelId="{0177477F-4F67-4816-B336-BAE5D70E42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3. Cross-Site Scripting (XSS)</a:t>
          </a:r>
          <a:endParaRPr lang="en-US" b="1" dirty="0"/>
        </a:p>
      </dgm:t>
    </dgm:pt>
    <dgm:pt modelId="{DFCD49B8-E427-4734-A9E9-42225C19B51B}" type="parTrans" cxnId="{4F0C02FF-F0AD-4023-A890-9E6D18543D55}">
      <dgm:prSet/>
      <dgm:spPr/>
      <dgm:t>
        <a:bodyPr/>
        <a:lstStyle/>
        <a:p>
          <a:endParaRPr lang="en-US"/>
        </a:p>
      </dgm:t>
    </dgm:pt>
    <dgm:pt modelId="{9017603F-5569-4F47-8BDE-5947C65737AC}" type="sibTrans" cxnId="{4F0C02FF-F0AD-4023-A890-9E6D18543D55}">
      <dgm:prSet/>
      <dgm:spPr/>
      <dgm:t>
        <a:bodyPr/>
        <a:lstStyle/>
        <a:p>
          <a:endParaRPr lang="en-US"/>
        </a:p>
      </dgm:t>
    </dgm:pt>
    <dgm:pt modelId="{12AD5BF8-124C-45D2-BB35-67551D3C5C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Description: User inputs are rendered in HTML without proper escaping, allowing script injection.</a:t>
          </a:r>
          <a:endParaRPr lang="en-US" b="1" dirty="0"/>
        </a:p>
      </dgm:t>
    </dgm:pt>
    <dgm:pt modelId="{E0F6A398-1524-44ED-ACE4-BC4D733D7EB9}" type="parTrans" cxnId="{79ECA949-A0E2-4414-8F39-81A65C6CBCAA}">
      <dgm:prSet/>
      <dgm:spPr/>
      <dgm:t>
        <a:bodyPr/>
        <a:lstStyle/>
        <a:p>
          <a:endParaRPr lang="en-US"/>
        </a:p>
      </dgm:t>
    </dgm:pt>
    <dgm:pt modelId="{064D6D36-3342-4E5C-BC04-32ECDF8107B2}" type="sibTrans" cxnId="{79ECA949-A0E2-4414-8F39-81A65C6CBCAA}">
      <dgm:prSet/>
      <dgm:spPr/>
      <dgm:t>
        <a:bodyPr/>
        <a:lstStyle/>
        <a:p>
          <a:endParaRPr lang="en-US"/>
        </a:p>
      </dgm:t>
    </dgm:pt>
    <dgm:pt modelId="{8599D2C3-4B30-449D-86E9-1404319666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Example Payload:</a:t>
          </a:r>
          <a:endParaRPr lang="en-US" b="1" dirty="0"/>
        </a:p>
      </dgm:t>
    </dgm:pt>
    <dgm:pt modelId="{A4DC8F66-1DD3-41E1-B692-53341AB91D2A}" type="parTrans" cxnId="{54325B1E-ECB5-4A25-85BD-49EF67C9F060}">
      <dgm:prSet/>
      <dgm:spPr/>
      <dgm:t>
        <a:bodyPr/>
        <a:lstStyle/>
        <a:p>
          <a:endParaRPr lang="en-US"/>
        </a:p>
      </dgm:t>
    </dgm:pt>
    <dgm:pt modelId="{38A51477-A6C6-4300-9F1B-62A9F32F0FD1}" type="sibTrans" cxnId="{54325B1E-ECB5-4A25-85BD-49EF67C9F060}">
      <dgm:prSet/>
      <dgm:spPr/>
      <dgm:t>
        <a:bodyPr/>
        <a:lstStyle/>
        <a:p>
          <a:endParaRPr lang="en-US"/>
        </a:p>
      </dgm:t>
    </dgm:pt>
    <dgm:pt modelId="{01B8D4B5-4B5A-48DB-BDA4-E085DF6EE710}">
      <dgm:prSet/>
      <dgm:spPr/>
      <dgm:t>
        <a:bodyPr/>
        <a:lstStyle/>
        <a:p>
          <a:r>
            <a:rPr lang="en-US" b="1" i="0" baseline="0" dirty="0"/>
            <a:t>{ "username": "&lt;script&gt;alert('XSS')&lt;/script&gt;", "password": "</a:t>
          </a:r>
          <a:r>
            <a:rPr lang="en-US" b="1" i="0" baseline="0" dirty="0" err="1"/>
            <a:t>xss</a:t>
          </a:r>
          <a:r>
            <a:rPr lang="en-US" b="1" i="0" baseline="0" dirty="0"/>
            <a:t>" } </a:t>
          </a:r>
          <a:endParaRPr lang="en-US" b="1" dirty="0"/>
        </a:p>
      </dgm:t>
    </dgm:pt>
    <dgm:pt modelId="{A472A651-0919-4F7E-94C8-0883DA49A0CB}" type="parTrans" cxnId="{AF9991E1-95CD-4FB8-A5D0-ED55F3A57923}">
      <dgm:prSet/>
      <dgm:spPr/>
      <dgm:t>
        <a:bodyPr/>
        <a:lstStyle/>
        <a:p>
          <a:endParaRPr lang="en-US"/>
        </a:p>
      </dgm:t>
    </dgm:pt>
    <dgm:pt modelId="{48E29294-B2BB-4F40-9A6B-2628F6D1AAEF}" type="sibTrans" cxnId="{AF9991E1-95CD-4FB8-A5D0-ED55F3A57923}">
      <dgm:prSet/>
      <dgm:spPr/>
      <dgm:t>
        <a:bodyPr/>
        <a:lstStyle/>
        <a:p>
          <a:endParaRPr lang="en-US"/>
        </a:p>
      </dgm:t>
    </dgm:pt>
    <dgm:pt modelId="{5F22E456-B904-42FC-AA02-6DC21A46CB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Impact: Can lead to session hijacking, defacement, or redirection to malicious sites.​</a:t>
          </a:r>
          <a:endParaRPr lang="en-US" b="1" dirty="0"/>
        </a:p>
      </dgm:t>
    </dgm:pt>
    <dgm:pt modelId="{4789ECE5-CEA0-4939-8A02-88FB00FCE890}" type="parTrans" cxnId="{0F2FF2A1-AE27-4D1D-92C1-404F85387CB4}">
      <dgm:prSet/>
      <dgm:spPr/>
      <dgm:t>
        <a:bodyPr/>
        <a:lstStyle/>
        <a:p>
          <a:endParaRPr lang="en-US"/>
        </a:p>
      </dgm:t>
    </dgm:pt>
    <dgm:pt modelId="{7B0D3C8A-0865-4D68-BB8D-F6F97804B181}" type="sibTrans" cxnId="{0F2FF2A1-AE27-4D1D-92C1-404F85387CB4}">
      <dgm:prSet/>
      <dgm:spPr/>
      <dgm:t>
        <a:bodyPr/>
        <a:lstStyle/>
        <a:p>
          <a:endParaRPr lang="en-US"/>
        </a:p>
      </dgm:t>
    </dgm:pt>
    <dgm:pt modelId="{BCCC5656-2F89-43EC-BFA9-472144168F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4. Weak Authentication Mechanism</a:t>
          </a:r>
          <a:endParaRPr lang="en-US" b="1" dirty="0"/>
        </a:p>
      </dgm:t>
    </dgm:pt>
    <dgm:pt modelId="{ECC6D3CC-5203-41F0-8FB3-97B99F2C2AD1}" type="parTrans" cxnId="{48B6A398-69C7-4AD3-B0C3-619E45578A05}">
      <dgm:prSet/>
      <dgm:spPr/>
      <dgm:t>
        <a:bodyPr/>
        <a:lstStyle/>
        <a:p>
          <a:endParaRPr lang="en-US"/>
        </a:p>
      </dgm:t>
    </dgm:pt>
    <dgm:pt modelId="{70D9B4C9-6C4E-4015-A693-FD7A07431856}" type="sibTrans" cxnId="{48B6A398-69C7-4AD3-B0C3-619E45578A05}">
      <dgm:prSet/>
      <dgm:spPr/>
      <dgm:t>
        <a:bodyPr/>
        <a:lstStyle/>
        <a:p>
          <a:endParaRPr lang="en-US"/>
        </a:p>
      </dgm:t>
    </dgm:pt>
    <dgm:pt modelId="{051EF48E-E861-446B-B63D-C075D22A08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Description: Authentication relies on matching plaintext credentials without additional security measures.</a:t>
          </a:r>
          <a:endParaRPr lang="en-US" b="1" dirty="0"/>
        </a:p>
      </dgm:t>
    </dgm:pt>
    <dgm:pt modelId="{259C1353-8912-4A6A-B9EF-682322FB0BD8}" type="parTrans" cxnId="{95DCD401-811B-4CAE-8022-8C48DF840D80}">
      <dgm:prSet/>
      <dgm:spPr/>
      <dgm:t>
        <a:bodyPr/>
        <a:lstStyle/>
        <a:p>
          <a:endParaRPr lang="en-US"/>
        </a:p>
      </dgm:t>
    </dgm:pt>
    <dgm:pt modelId="{FBD4F8CF-19E6-4F1E-B3A7-314596039F20}" type="sibTrans" cxnId="{95DCD401-811B-4CAE-8022-8C48DF840D80}">
      <dgm:prSet/>
      <dgm:spPr/>
      <dgm:t>
        <a:bodyPr/>
        <a:lstStyle/>
        <a:p>
          <a:endParaRPr lang="en-US"/>
        </a:p>
      </dgm:t>
    </dgm:pt>
    <dgm:pt modelId="{A08DAE0E-4DE2-4C21-BD7C-58A834AD8F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Example Payload:</a:t>
          </a:r>
          <a:endParaRPr lang="en-US" b="1" dirty="0"/>
        </a:p>
      </dgm:t>
    </dgm:pt>
    <dgm:pt modelId="{9D7B873E-B8C4-4C63-BBE5-B3A9741885B7}" type="parTrans" cxnId="{D074FD9D-8646-4687-8985-7466802BACEB}">
      <dgm:prSet/>
      <dgm:spPr/>
      <dgm:t>
        <a:bodyPr/>
        <a:lstStyle/>
        <a:p>
          <a:endParaRPr lang="en-US"/>
        </a:p>
      </dgm:t>
    </dgm:pt>
    <dgm:pt modelId="{5004E6D3-AEA8-4080-9CF1-E3CCC0E4890D}" type="sibTrans" cxnId="{D074FD9D-8646-4687-8985-7466802BACEB}">
      <dgm:prSet/>
      <dgm:spPr/>
      <dgm:t>
        <a:bodyPr/>
        <a:lstStyle/>
        <a:p>
          <a:endParaRPr lang="en-US"/>
        </a:p>
      </dgm:t>
    </dgm:pt>
    <dgm:pt modelId="{A47CEBFF-ABAA-458C-91FD-AC62F95808FD}">
      <dgm:prSet/>
      <dgm:spPr/>
      <dgm:t>
        <a:bodyPr/>
        <a:lstStyle/>
        <a:p>
          <a:r>
            <a:rPr lang="en-US" b="1" i="0" baseline="0" dirty="0"/>
            <a:t>{ "username": "</a:t>
          </a:r>
          <a:r>
            <a:rPr lang="en-US" b="1" i="0" baseline="0" dirty="0" err="1"/>
            <a:t>test_user</a:t>
          </a:r>
          <a:r>
            <a:rPr lang="en-US" b="1" i="0" baseline="0" dirty="0"/>
            <a:t>", "password": "test123" } </a:t>
          </a:r>
          <a:endParaRPr lang="en-US" b="1" dirty="0"/>
        </a:p>
      </dgm:t>
    </dgm:pt>
    <dgm:pt modelId="{F0FF3330-BB21-48D5-87B3-A539CB803E43}" type="parTrans" cxnId="{66BF664D-D125-45C5-BFCB-338022C24F1C}">
      <dgm:prSet/>
      <dgm:spPr/>
      <dgm:t>
        <a:bodyPr/>
        <a:lstStyle/>
        <a:p>
          <a:endParaRPr lang="en-US"/>
        </a:p>
      </dgm:t>
    </dgm:pt>
    <dgm:pt modelId="{B5EF35E8-BC7B-4762-AAF5-BF09DED47FF2}" type="sibTrans" cxnId="{66BF664D-D125-45C5-BFCB-338022C24F1C}">
      <dgm:prSet/>
      <dgm:spPr/>
      <dgm:t>
        <a:bodyPr/>
        <a:lstStyle/>
        <a:p>
          <a:endParaRPr lang="en-US"/>
        </a:p>
      </dgm:t>
    </dgm:pt>
    <dgm:pt modelId="{6F54465B-5A11-4D4C-B8AF-16D3FD7013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Impact: Susceptible to credential stuffing and lacks multi-factor authentication.​</a:t>
          </a:r>
          <a:endParaRPr lang="en-US" b="1" dirty="0"/>
        </a:p>
      </dgm:t>
    </dgm:pt>
    <dgm:pt modelId="{CB61BF5D-C078-46E5-99B5-6F500A46C2B2}" type="parTrans" cxnId="{742CB2A2-6B31-436B-8AAD-DA97F459AB07}">
      <dgm:prSet/>
      <dgm:spPr/>
      <dgm:t>
        <a:bodyPr/>
        <a:lstStyle/>
        <a:p>
          <a:endParaRPr lang="en-US"/>
        </a:p>
      </dgm:t>
    </dgm:pt>
    <dgm:pt modelId="{D0C37489-AAD3-471F-BFB9-88F981571357}" type="sibTrans" cxnId="{742CB2A2-6B31-436B-8AAD-DA97F459AB07}">
      <dgm:prSet/>
      <dgm:spPr/>
      <dgm:t>
        <a:bodyPr/>
        <a:lstStyle/>
        <a:p>
          <a:endParaRPr lang="en-US"/>
        </a:p>
      </dgm:t>
    </dgm:pt>
    <dgm:pt modelId="{F8486585-3924-4DE7-8A74-E9FE5042AC4B}" type="pres">
      <dgm:prSet presAssocID="{217F9EF6-C84F-493E-9159-89ACA689DD87}" presName="linear" presStyleCnt="0">
        <dgm:presLayoutVars>
          <dgm:dir/>
          <dgm:animLvl val="lvl"/>
          <dgm:resizeHandles val="exact"/>
        </dgm:presLayoutVars>
      </dgm:prSet>
      <dgm:spPr/>
    </dgm:pt>
    <dgm:pt modelId="{D10FC77F-B803-4378-9941-E675ABC1E133}" type="pres">
      <dgm:prSet presAssocID="{6E696C72-2FCD-4E97-9B42-F6F2FD685D0B}" presName="parentLin" presStyleCnt="0"/>
      <dgm:spPr/>
    </dgm:pt>
    <dgm:pt modelId="{9A21EE1B-0456-4220-9268-A165B64F2773}" type="pres">
      <dgm:prSet presAssocID="{6E696C72-2FCD-4E97-9B42-F6F2FD685D0B}" presName="parentLeftMargin" presStyleLbl="node1" presStyleIdx="0" presStyleCnt="4"/>
      <dgm:spPr/>
    </dgm:pt>
    <dgm:pt modelId="{6CFC5E99-D391-40AE-B7DC-EC044A52B3BF}" type="pres">
      <dgm:prSet presAssocID="{6E696C72-2FCD-4E97-9B42-F6F2FD685D0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1B2C7B0-FECB-4119-87BA-F52F1120B41E}" type="pres">
      <dgm:prSet presAssocID="{6E696C72-2FCD-4E97-9B42-F6F2FD685D0B}" presName="negativeSpace" presStyleCnt="0"/>
      <dgm:spPr/>
    </dgm:pt>
    <dgm:pt modelId="{04DF7522-9910-48CB-9C4C-2202C60625A7}" type="pres">
      <dgm:prSet presAssocID="{6E696C72-2FCD-4E97-9B42-F6F2FD685D0B}" presName="childText" presStyleLbl="conFgAcc1" presStyleIdx="0" presStyleCnt="4">
        <dgm:presLayoutVars>
          <dgm:bulletEnabled val="1"/>
        </dgm:presLayoutVars>
      </dgm:prSet>
      <dgm:spPr/>
    </dgm:pt>
    <dgm:pt modelId="{4C5E61FB-EA12-419E-960B-B81D1D672FF7}" type="pres">
      <dgm:prSet presAssocID="{EFA47F32-4590-41CF-A3B1-5D50483DEDE8}" presName="spaceBetweenRectangles" presStyleCnt="0"/>
      <dgm:spPr/>
    </dgm:pt>
    <dgm:pt modelId="{230ED6BD-348D-49FF-BBEF-938D210F5198}" type="pres">
      <dgm:prSet presAssocID="{4FF5C2C4-E1D8-4DF1-BED2-12EAFC908275}" presName="parentLin" presStyleCnt="0"/>
      <dgm:spPr/>
    </dgm:pt>
    <dgm:pt modelId="{29727FE1-7FAE-419B-989F-372878EF42D5}" type="pres">
      <dgm:prSet presAssocID="{4FF5C2C4-E1D8-4DF1-BED2-12EAFC908275}" presName="parentLeftMargin" presStyleLbl="node1" presStyleIdx="0" presStyleCnt="4"/>
      <dgm:spPr/>
    </dgm:pt>
    <dgm:pt modelId="{82673399-61A9-40D8-A5FA-2ADB7B2DEFEA}" type="pres">
      <dgm:prSet presAssocID="{4FF5C2C4-E1D8-4DF1-BED2-12EAFC9082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3D0278-2ECE-4EB0-BAAF-860F0D4872B1}" type="pres">
      <dgm:prSet presAssocID="{4FF5C2C4-E1D8-4DF1-BED2-12EAFC908275}" presName="negativeSpace" presStyleCnt="0"/>
      <dgm:spPr/>
    </dgm:pt>
    <dgm:pt modelId="{B1F8F04C-20AB-4D90-A209-9270837087C3}" type="pres">
      <dgm:prSet presAssocID="{4FF5C2C4-E1D8-4DF1-BED2-12EAFC908275}" presName="childText" presStyleLbl="conFgAcc1" presStyleIdx="1" presStyleCnt="4">
        <dgm:presLayoutVars>
          <dgm:bulletEnabled val="1"/>
        </dgm:presLayoutVars>
      </dgm:prSet>
      <dgm:spPr/>
    </dgm:pt>
    <dgm:pt modelId="{7FEB6BC9-E571-44F7-9201-F5588BD189CD}" type="pres">
      <dgm:prSet presAssocID="{2FE86336-C941-49D4-8112-395ADD760F71}" presName="spaceBetweenRectangles" presStyleCnt="0"/>
      <dgm:spPr/>
    </dgm:pt>
    <dgm:pt modelId="{CF6FD872-2F8B-4F97-B6DC-324FDA9DB16B}" type="pres">
      <dgm:prSet presAssocID="{0177477F-4F67-4816-B336-BAE5D70E425B}" presName="parentLin" presStyleCnt="0"/>
      <dgm:spPr/>
    </dgm:pt>
    <dgm:pt modelId="{3FFFED28-F2BC-4EE1-98C9-AF72C5974465}" type="pres">
      <dgm:prSet presAssocID="{0177477F-4F67-4816-B336-BAE5D70E425B}" presName="parentLeftMargin" presStyleLbl="node1" presStyleIdx="1" presStyleCnt="4"/>
      <dgm:spPr/>
    </dgm:pt>
    <dgm:pt modelId="{C9066643-AC69-4A9E-919F-BACC6159FB00}" type="pres">
      <dgm:prSet presAssocID="{0177477F-4F67-4816-B336-BAE5D70E425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AE70737-553F-42FA-8CE4-6120F2106454}" type="pres">
      <dgm:prSet presAssocID="{0177477F-4F67-4816-B336-BAE5D70E425B}" presName="negativeSpace" presStyleCnt="0"/>
      <dgm:spPr/>
    </dgm:pt>
    <dgm:pt modelId="{414B5E97-E32F-4665-B27C-4F3B4E704311}" type="pres">
      <dgm:prSet presAssocID="{0177477F-4F67-4816-B336-BAE5D70E425B}" presName="childText" presStyleLbl="conFgAcc1" presStyleIdx="2" presStyleCnt="4">
        <dgm:presLayoutVars>
          <dgm:bulletEnabled val="1"/>
        </dgm:presLayoutVars>
      </dgm:prSet>
      <dgm:spPr/>
    </dgm:pt>
    <dgm:pt modelId="{389A5B40-4285-4143-A7D4-95C2EB42DC17}" type="pres">
      <dgm:prSet presAssocID="{9017603F-5569-4F47-8BDE-5947C65737AC}" presName="spaceBetweenRectangles" presStyleCnt="0"/>
      <dgm:spPr/>
    </dgm:pt>
    <dgm:pt modelId="{7437F0D5-0914-454A-B8B6-5E756519A1C4}" type="pres">
      <dgm:prSet presAssocID="{BCCC5656-2F89-43EC-BFA9-472144168FF3}" presName="parentLin" presStyleCnt="0"/>
      <dgm:spPr/>
    </dgm:pt>
    <dgm:pt modelId="{0D0D1DB4-EAEC-4CB4-8AF2-AA22B2575FA4}" type="pres">
      <dgm:prSet presAssocID="{BCCC5656-2F89-43EC-BFA9-472144168FF3}" presName="parentLeftMargin" presStyleLbl="node1" presStyleIdx="2" presStyleCnt="4"/>
      <dgm:spPr/>
    </dgm:pt>
    <dgm:pt modelId="{94EF6315-379F-4C3D-B0D6-91093495B9E7}" type="pres">
      <dgm:prSet presAssocID="{BCCC5656-2F89-43EC-BFA9-472144168FF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F2965EE-EA3E-44AC-BA38-86A813D65B1F}" type="pres">
      <dgm:prSet presAssocID="{BCCC5656-2F89-43EC-BFA9-472144168FF3}" presName="negativeSpace" presStyleCnt="0"/>
      <dgm:spPr/>
    </dgm:pt>
    <dgm:pt modelId="{2D44215B-213E-4D62-971A-909E80AAEB4B}" type="pres">
      <dgm:prSet presAssocID="{BCCC5656-2F89-43EC-BFA9-472144168FF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F539501-FDC5-421C-8350-91AB12B1DF1B}" type="presOf" srcId="{DBBA951A-3F37-4C1E-99D2-27F15A4C24BB}" destId="{B1F8F04C-20AB-4D90-A209-9270837087C3}" srcOrd="0" destOrd="1" presId="urn:microsoft.com/office/officeart/2005/8/layout/list1"/>
    <dgm:cxn modelId="{95DCD401-811B-4CAE-8022-8C48DF840D80}" srcId="{BCCC5656-2F89-43EC-BFA9-472144168FF3}" destId="{051EF48E-E861-446B-B63D-C075D22A08D4}" srcOrd="0" destOrd="0" parTransId="{259C1353-8912-4A6A-B9EF-682322FB0BD8}" sibTransId="{FBD4F8CF-19E6-4F1E-B3A7-314596039F20}"/>
    <dgm:cxn modelId="{33A42512-D47D-4968-B8BA-5F2B63050A72}" type="presOf" srcId="{A47CEBFF-ABAA-458C-91FD-AC62F95808FD}" destId="{2D44215B-213E-4D62-971A-909E80AAEB4B}" srcOrd="0" destOrd="2" presId="urn:microsoft.com/office/officeart/2005/8/layout/list1"/>
    <dgm:cxn modelId="{076A2E15-237E-453B-B63A-8A1FF3160DD4}" type="presOf" srcId="{5F22E456-B904-42FC-AA02-6DC21A46CB15}" destId="{414B5E97-E32F-4665-B27C-4F3B4E704311}" srcOrd="0" destOrd="3" presId="urn:microsoft.com/office/officeart/2005/8/layout/list1"/>
    <dgm:cxn modelId="{030FA917-B7D8-4910-B6F7-9D7FE01F970C}" type="presOf" srcId="{0177477F-4F67-4816-B336-BAE5D70E425B}" destId="{C9066643-AC69-4A9E-919F-BACC6159FB00}" srcOrd="1" destOrd="0" presId="urn:microsoft.com/office/officeart/2005/8/layout/list1"/>
    <dgm:cxn modelId="{8E85921A-DACD-46C1-9B79-D81BE6EB8E2F}" type="presOf" srcId="{0201CD54-5092-4587-BCD4-082962F22458}" destId="{B1F8F04C-20AB-4D90-A209-9270837087C3}" srcOrd="0" destOrd="0" presId="urn:microsoft.com/office/officeart/2005/8/layout/list1"/>
    <dgm:cxn modelId="{54325B1E-ECB5-4A25-85BD-49EF67C9F060}" srcId="{0177477F-4F67-4816-B336-BAE5D70E425B}" destId="{8599D2C3-4B30-449D-86E9-14043196669D}" srcOrd="1" destOrd="0" parTransId="{A4DC8F66-1DD3-41E1-B692-53341AB91D2A}" sibTransId="{38A51477-A6C6-4300-9F1B-62A9F32F0FD1}"/>
    <dgm:cxn modelId="{E33D2E1F-86DD-498E-9F74-F6BC2B5AE44C}" type="presOf" srcId="{8599D2C3-4B30-449D-86E9-14043196669D}" destId="{414B5E97-E32F-4665-B27C-4F3B4E704311}" srcOrd="0" destOrd="1" presId="urn:microsoft.com/office/officeart/2005/8/layout/list1"/>
    <dgm:cxn modelId="{7D776122-6356-44B4-8D5B-DC2C5F200884}" type="presOf" srcId="{1F4E7A60-1569-46B2-9B98-938A9CCE8C46}" destId="{B1F8F04C-20AB-4D90-A209-9270837087C3}" srcOrd="0" destOrd="3" presId="urn:microsoft.com/office/officeart/2005/8/layout/list1"/>
    <dgm:cxn modelId="{249D7C28-6801-4AD2-A23F-DE69E3663A8F}" type="presOf" srcId="{A08DAE0E-4DE2-4C21-BD7C-58A834AD8F6B}" destId="{2D44215B-213E-4D62-971A-909E80AAEB4B}" srcOrd="0" destOrd="1" presId="urn:microsoft.com/office/officeart/2005/8/layout/list1"/>
    <dgm:cxn modelId="{8420E528-7D27-4335-B667-108189A101C6}" srcId="{6E696C72-2FCD-4E97-9B42-F6F2FD685D0B}" destId="{935F60B6-1515-4D7F-A022-D5CDA5C3F6A0}" srcOrd="1" destOrd="0" parTransId="{6AF7773B-8D55-4309-A0E0-280EBC4E6F97}" sibTransId="{D8EA8C56-B1DF-4012-8CB8-2C3D30BAFB80}"/>
    <dgm:cxn modelId="{8B12BF35-64C9-4F1D-BAC7-F511DA363B3C}" type="presOf" srcId="{6785DCD7-25D6-4945-BB7A-7359E64E4363}" destId="{B1F8F04C-20AB-4D90-A209-9270837087C3}" srcOrd="0" destOrd="2" presId="urn:microsoft.com/office/officeart/2005/8/layout/list1"/>
    <dgm:cxn modelId="{4D9CC55B-DF06-4106-93C2-2BF226542327}" type="presOf" srcId="{BCCC5656-2F89-43EC-BFA9-472144168FF3}" destId="{94EF6315-379F-4C3D-B0D6-91093495B9E7}" srcOrd="1" destOrd="0" presId="urn:microsoft.com/office/officeart/2005/8/layout/list1"/>
    <dgm:cxn modelId="{9A33585D-8BD0-43B7-9463-99C6C5575C9D}" type="presOf" srcId="{12AD5BF8-124C-45D2-BB35-67551D3C5CA4}" destId="{414B5E97-E32F-4665-B27C-4F3B4E704311}" srcOrd="0" destOrd="0" presId="urn:microsoft.com/office/officeart/2005/8/layout/list1"/>
    <dgm:cxn modelId="{4E43C062-E5FC-4A7C-AE54-CFA9B22188C0}" srcId="{217F9EF6-C84F-493E-9159-89ACA689DD87}" destId="{6E696C72-2FCD-4E97-9B42-F6F2FD685D0B}" srcOrd="0" destOrd="0" parTransId="{7B3057FF-56C5-4FA3-99A7-8FACDDBDEBC1}" sibTransId="{EFA47F32-4590-41CF-A3B1-5D50483DEDE8}"/>
    <dgm:cxn modelId="{1DA41C48-6F58-451C-A4A1-78A64FC997EA}" type="presOf" srcId="{4FF5C2C4-E1D8-4DF1-BED2-12EAFC908275}" destId="{82673399-61A9-40D8-A5FA-2ADB7B2DEFEA}" srcOrd="1" destOrd="0" presId="urn:microsoft.com/office/officeart/2005/8/layout/list1"/>
    <dgm:cxn modelId="{B66F9768-784E-4859-96CD-084585D72BC7}" srcId="{6E696C72-2FCD-4E97-9B42-F6F2FD685D0B}" destId="{3CACF4FB-0DEC-4FD4-96ED-5D73CA04F825}" srcOrd="0" destOrd="0" parTransId="{A60311DD-1007-4D07-B382-C7FE14CB393A}" sibTransId="{B6DD7EE2-9127-4D07-B3CC-7DC278DCBB9F}"/>
    <dgm:cxn modelId="{79ECA949-A0E2-4414-8F39-81A65C6CBCAA}" srcId="{0177477F-4F67-4816-B336-BAE5D70E425B}" destId="{12AD5BF8-124C-45D2-BB35-67551D3C5CA4}" srcOrd="0" destOrd="0" parTransId="{E0F6A398-1524-44ED-ACE4-BC4D733D7EB9}" sibTransId="{064D6D36-3342-4E5C-BC04-32ECDF8107B2}"/>
    <dgm:cxn modelId="{E359546A-E67B-4DBA-8C3B-0289A3A28279}" srcId="{217F9EF6-C84F-493E-9159-89ACA689DD87}" destId="{4FF5C2C4-E1D8-4DF1-BED2-12EAFC908275}" srcOrd="1" destOrd="0" parTransId="{57614550-C841-4FC5-9649-EAA537D26455}" sibTransId="{2FE86336-C941-49D4-8112-395ADD760F71}"/>
    <dgm:cxn modelId="{0D44716B-2285-4CD2-8454-4DA090554353}" type="presOf" srcId="{051EF48E-E861-446B-B63D-C075D22A08D4}" destId="{2D44215B-213E-4D62-971A-909E80AAEB4B}" srcOrd="0" destOrd="0" presId="urn:microsoft.com/office/officeart/2005/8/layout/list1"/>
    <dgm:cxn modelId="{66BF664D-D125-45C5-BFCB-338022C24F1C}" srcId="{A08DAE0E-4DE2-4C21-BD7C-58A834AD8F6B}" destId="{A47CEBFF-ABAA-458C-91FD-AC62F95808FD}" srcOrd="0" destOrd="0" parTransId="{F0FF3330-BB21-48D5-87B3-A539CB803E43}" sibTransId="{B5EF35E8-BC7B-4762-AAF5-BF09DED47FF2}"/>
    <dgm:cxn modelId="{0F536A75-EA3C-4CE9-BDCF-4895A751A796}" srcId="{4FF5C2C4-E1D8-4DF1-BED2-12EAFC908275}" destId="{DBBA951A-3F37-4C1E-99D2-27F15A4C24BB}" srcOrd="1" destOrd="0" parTransId="{7262B53F-45DC-478E-B2AC-348301994CFE}" sibTransId="{62F79D58-12A0-4654-B115-878DB62B8AA3}"/>
    <dgm:cxn modelId="{5BBE5A58-A265-40EB-969E-29D48DC2F25F}" type="presOf" srcId="{3CACF4FB-0DEC-4FD4-96ED-5D73CA04F825}" destId="{04DF7522-9910-48CB-9C4C-2202C60625A7}" srcOrd="0" destOrd="0" presId="urn:microsoft.com/office/officeart/2005/8/layout/list1"/>
    <dgm:cxn modelId="{59DEDF7D-192D-42B0-9B42-C3902A8D068D}" type="presOf" srcId="{6E696C72-2FCD-4E97-9B42-F6F2FD685D0B}" destId="{9A21EE1B-0456-4220-9268-A165B64F2773}" srcOrd="0" destOrd="0" presId="urn:microsoft.com/office/officeart/2005/8/layout/list1"/>
    <dgm:cxn modelId="{E58E1C84-63F7-4B51-860A-DF5C8BD22DDF}" srcId="{935F60B6-1515-4D7F-A022-D5CDA5C3F6A0}" destId="{D3F056D8-9904-4C92-8A47-D1A622E74908}" srcOrd="0" destOrd="0" parTransId="{CFBCE0EB-9C84-4CA3-953D-A3B7C213663A}" sibTransId="{FD487190-356A-4071-80FD-0B15228B2FF5}"/>
    <dgm:cxn modelId="{0EBA7487-D8E3-4758-BFD3-488DB5149256}" type="presOf" srcId="{01B8D4B5-4B5A-48DB-BDA4-E085DF6EE710}" destId="{414B5E97-E32F-4665-B27C-4F3B4E704311}" srcOrd="0" destOrd="2" presId="urn:microsoft.com/office/officeart/2005/8/layout/list1"/>
    <dgm:cxn modelId="{C0F92397-9708-4033-A5A5-9D3BB8BBAAB3}" srcId="{DBBA951A-3F37-4C1E-99D2-27F15A4C24BB}" destId="{6785DCD7-25D6-4945-BB7A-7359E64E4363}" srcOrd="0" destOrd="0" parTransId="{86397446-8DC2-45BB-8CAD-D83247CA6775}" sibTransId="{490FF04C-CA8F-49B4-BF20-81D237BCF762}"/>
    <dgm:cxn modelId="{48B6A398-69C7-4AD3-B0C3-619E45578A05}" srcId="{217F9EF6-C84F-493E-9159-89ACA689DD87}" destId="{BCCC5656-2F89-43EC-BFA9-472144168FF3}" srcOrd="3" destOrd="0" parTransId="{ECC6D3CC-5203-41F0-8FB3-97B99F2C2AD1}" sibTransId="{70D9B4C9-6C4E-4015-A693-FD7A07431856}"/>
    <dgm:cxn modelId="{D074FD9D-8646-4687-8985-7466802BACEB}" srcId="{BCCC5656-2F89-43EC-BFA9-472144168FF3}" destId="{A08DAE0E-4DE2-4C21-BD7C-58A834AD8F6B}" srcOrd="1" destOrd="0" parTransId="{9D7B873E-B8C4-4C63-BBE5-B3A9741885B7}" sibTransId="{5004E6D3-AEA8-4080-9CF1-E3CCC0E4890D}"/>
    <dgm:cxn modelId="{0F2FF2A1-AE27-4D1D-92C1-404F85387CB4}" srcId="{0177477F-4F67-4816-B336-BAE5D70E425B}" destId="{5F22E456-B904-42FC-AA02-6DC21A46CB15}" srcOrd="2" destOrd="0" parTransId="{4789ECE5-CEA0-4939-8A02-88FB00FCE890}" sibTransId="{7B0D3C8A-0865-4D68-BB8D-F6F97804B181}"/>
    <dgm:cxn modelId="{22F27BA2-AF4F-4087-822E-1D09042D8406}" srcId="{4FF5C2C4-E1D8-4DF1-BED2-12EAFC908275}" destId="{1F4E7A60-1569-46B2-9B98-938A9CCE8C46}" srcOrd="2" destOrd="0" parTransId="{DAE5BFE8-D2F5-4492-BB0E-BBCEDCEC7A5D}" sibTransId="{33EBC090-C534-4986-B019-BBDD6AFF7332}"/>
    <dgm:cxn modelId="{742CB2A2-6B31-436B-8AAD-DA97F459AB07}" srcId="{BCCC5656-2F89-43EC-BFA9-472144168FF3}" destId="{6F54465B-5A11-4D4C-B8AF-16D3FD70134D}" srcOrd="2" destOrd="0" parTransId="{CB61BF5D-C078-46E5-99B5-6F500A46C2B2}" sibTransId="{D0C37489-AAD3-471F-BFB9-88F981571357}"/>
    <dgm:cxn modelId="{EE4D2DA9-FBE9-43F6-A613-D5452B525790}" srcId="{6E696C72-2FCD-4E97-9B42-F6F2FD685D0B}" destId="{8C61576C-BC5A-4C07-B029-3051362A0880}" srcOrd="2" destOrd="0" parTransId="{A8B6CDAE-69BE-4687-984F-46D6EC7467DB}" sibTransId="{E2A1B78A-22AC-4DCE-ADB8-D6C62204AA7F}"/>
    <dgm:cxn modelId="{AFFBEFAB-E649-4E49-8D37-216E10BF79FF}" type="presOf" srcId="{BCCC5656-2F89-43EC-BFA9-472144168FF3}" destId="{0D0D1DB4-EAEC-4CB4-8AF2-AA22B2575FA4}" srcOrd="0" destOrd="0" presId="urn:microsoft.com/office/officeart/2005/8/layout/list1"/>
    <dgm:cxn modelId="{3E6DECB0-EE9B-4FF5-9A54-B32C4748AFAA}" type="presOf" srcId="{4FF5C2C4-E1D8-4DF1-BED2-12EAFC908275}" destId="{29727FE1-7FAE-419B-989F-372878EF42D5}" srcOrd="0" destOrd="0" presId="urn:microsoft.com/office/officeart/2005/8/layout/list1"/>
    <dgm:cxn modelId="{EDC599B2-D1C1-4167-8C94-524A41ED2587}" type="presOf" srcId="{8C61576C-BC5A-4C07-B029-3051362A0880}" destId="{04DF7522-9910-48CB-9C4C-2202C60625A7}" srcOrd="0" destOrd="3" presId="urn:microsoft.com/office/officeart/2005/8/layout/list1"/>
    <dgm:cxn modelId="{AE9BFBB5-9D2D-4F38-857F-161CA8BCE84C}" type="presOf" srcId="{217F9EF6-C84F-493E-9159-89ACA689DD87}" destId="{F8486585-3924-4DE7-8A74-E9FE5042AC4B}" srcOrd="0" destOrd="0" presId="urn:microsoft.com/office/officeart/2005/8/layout/list1"/>
    <dgm:cxn modelId="{E1A8A7C7-8C54-43FA-9DE4-FAB3D5ED9A13}" type="presOf" srcId="{6F54465B-5A11-4D4C-B8AF-16D3FD70134D}" destId="{2D44215B-213E-4D62-971A-909E80AAEB4B}" srcOrd="0" destOrd="3" presId="urn:microsoft.com/office/officeart/2005/8/layout/list1"/>
    <dgm:cxn modelId="{F3FF07D2-184E-48A1-B679-C1FA9F5015F0}" type="presOf" srcId="{D3F056D8-9904-4C92-8A47-D1A622E74908}" destId="{04DF7522-9910-48CB-9C4C-2202C60625A7}" srcOrd="0" destOrd="2" presId="urn:microsoft.com/office/officeart/2005/8/layout/list1"/>
    <dgm:cxn modelId="{627B37DE-1B10-4AC9-8A2C-83C79E5FEF1B}" srcId="{4FF5C2C4-E1D8-4DF1-BED2-12EAFC908275}" destId="{0201CD54-5092-4587-BCD4-082962F22458}" srcOrd="0" destOrd="0" parTransId="{DAB6E8BA-0283-4008-807D-A92AA313D861}" sibTransId="{8800A655-D52F-41AE-B87A-6C62DB0F440F}"/>
    <dgm:cxn modelId="{AF9991E1-95CD-4FB8-A5D0-ED55F3A57923}" srcId="{8599D2C3-4B30-449D-86E9-14043196669D}" destId="{01B8D4B5-4B5A-48DB-BDA4-E085DF6EE710}" srcOrd="0" destOrd="0" parTransId="{A472A651-0919-4F7E-94C8-0883DA49A0CB}" sibTransId="{48E29294-B2BB-4F40-9A6B-2628F6D1AAEF}"/>
    <dgm:cxn modelId="{12608DE5-455C-43C7-9A63-7FBE83146EA0}" type="presOf" srcId="{0177477F-4F67-4816-B336-BAE5D70E425B}" destId="{3FFFED28-F2BC-4EE1-98C9-AF72C5974465}" srcOrd="0" destOrd="0" presId="urn:microsoft.com/office/officeart/2005/8/layout/list1"/>
    <dgm:cxn modelId="{2C9D0FF2-7749-4C1E-9B7F-43786D38E137}" type="presOf" srcId="{935F60B6-1515-4D7F-A022-D5CDA5C3F6A0}" destId="{04DF7522-9910-48CB-9C4C-2202C60625A7}" srcOrd="0" destOrd="1" presId="urn:microsoft.com/office/officeart/2005/8/layout/list1"/>
    <dgm:cxn modelId="{5C2AE7FE-89D1-4471-AE87-D281CBD8AA57}" type="presOf" srcId="{6E696C72-2FCD-4E97-9B42-F6F2FD685D0B}" destId="{6CFC5E99-D391-40AE-B7DC-EC044A52B3BF}" srcOrd="1" destOrd="0" presId="urn:microsoft.com/office/officeart/2005/8/layout/list1"/>
    <dgm:cxn modelId="{4F0C02FF-F0AD-4023-A890-9E6D18543D55}" srcId="{217F9EF6-C84F-493E-9159-89ACA689DD87}" destId="{0177477F-4F67-4816-B336-BAE5D70E425B}" srcOrd="2" destOrd="0" parTransId="{DFCD49B8-E427-4734-A9E9-42225C19B51B}" sibTransId="{9017603F-5569-4F47-8BDE-5947C65737AC}"/>
    <dgm:cxn modelId="{7E5553A0-781C-44B1-82A4-FD8B925F79E4}" type="presParOf" srcId="{F8486585-3924-4DE7-8A74-E9FE5042AC4B}" destId="{D10FC77F-B803-4378-9941-E675ABC1E133}" srcOrd="0" destOrd="0" presId="urn:microsoft.com/office/officeart/2005/8/layout/list1"/>
    <dgm:cxn modelId="{A74A92E9-9098-4EF6-8E87-1E1C9A821210}" type="presParOf" srcId="{D10FC77F-B803-4378-9941-E675ABC1E133}" destId="{9A21EE1B-0456-4220-9268-A165B64F2773}" srcOrd="0" destOrd="0" presId="urn:microsoft.com/office/officeart/2005/8/layout/list1"/>
    <dgm:cxn modelId="{9B0DEEF1-4770-4142-B192-106CB9C26296}" type="presParOf" srcId="{D10FC77F-B803-4378-9941-E675ABC1E133}" destId="{6CFC5E99-D391-40AE-B7DC-EC044A52B3BF}" srcOrd="1" destOrd="0" presId="urn:microsoft.com/office/officeart/2005/8/layout/list1"/>
    <dgm:cxn modelId="{82AA24AA-A42A-4520-AE3B-88C1E9ED41B5}" type="presParOf" srcId="{F8486585-3924-4DE7-8A74-E9FE5042AC4B}" destId="{41B2C7B0-FECB-4119-87BA-F52F1120B41E}" srcOrd="1" destOrd="0" presId="urn:microsoft.com/office/officeart/2005/8/layout/list1"/>
    <dgm:cxn modelId="{5EB73F50-8FBE-4D49-86DE-C065BDDC94A7}" type="presParOf" srcId="{F8486585-3924-4DE7-8A74-E9FE5042AC4B}" destId="{04DF7522-9910-48CB-9C4C-2202C60625A7}" srcOrd="2" destOrd="0" presId="urn:microsoft.com/office/officeart/2005/8/layout/list1"/>
    <dgm:cxn modelId="{A2D072F5-1D84-4A21-9937-EE73F7E99ABA}" type="presParOf" srcId="{F8486585-3924-4DE7-8A74-E9FE5042AC4B}" destId="{4C5E61FB-EA12-419E-960B-B81D1D672FF7}" srcOrd="3" destOrd="0" presId="urn:microsoft.com/office/officeart/2005/8/layout/list1"/>
    <dgm:cxn modelId="{8B1981A0-BE60-42D6-8B5C-5EE39892E62F}" type="presParOf" srcId="{F8486585-3924-4DE7-8A74-E9FE5042AC4B}" destId="{230ED6BD-348D-49FF-BBEF-938D210F5198}" srcOrd="4" destOrd="0" presId="urn:microsoft.com/office/officeart/2005/8/layout/list1"/>
    <dgm:cxn modelId="{6930F76B-5C77-4069-BB94-254ACC2C8BDB}" type="presParOf" srcId="{230ED6BD-348D-49FF-BBEF-938D210F5198}" destId="{29727FE1-7FAE-419B-989F-372878EF42D5}" srcOrd="0" destOrd="0" presId="urn:microsoft.com/office/officeart/2005/8/layout/list1"/>
    <dgm:cxn modelId="{617A9591-A963-4831-841A-AF92060A12D1}" type="presParOf" srcId="{230ED6BD-348D-49FF-BBEF-938D210F5198}" destId="{82673399-61A9-40D8-A5FA-2ADB7B2DEFEA}" srcOrd="1" destOrd="0" presId="urn:microsoft.com/office/officeart/2005/8/layout/list1"/>
    <dgm:cxn modelId="{E6AC3456-53DD-4A59-9BEE-919879C3D6F1}" type="presParOf" srcId="{F8486585-3924-4DE7-8A74-E9FE5042AC4B}" destId="{D23D0278-2ECE-4EB0-BAAF-860F0D4872B1}" srcOrd="5" destOrd="0" presId="urn:microsoft.com/office/officeart/2005/8/layout/list1"/>
    <dgm:cxn modelId="{ABECFED9-011C-445E-B9B4-E4EADC7DF647}" type="presParOf" srcId="{F8486585-3924-4DE7-8A74-E9FE5042AC4B}" destId="{B1F8F04C-20AB-4D90-A209-9270837087C3}" srcOrd="6" destOrd="0" presId="urn:microsoft.com/office/officeart/2005/8/layout/list1"/>
    <dgm:cxn modelId="{FC7456FF-F63B-4527-A50C-09E72975A3D3}" type="presParOf" srcId="{F8486585-3924-4DE7-8A74-E9FE5042AC4B}" destId="{7FEB6BC9-E571-44F7-9201-F5588BD189CD}" srcOrd="7" destOrd="0" presId="urn:microsoft.com/office/officeart/2005/8/layout/list1"/>
    <dgm:cxn modelId="{5F6D7CDB-88E5-4B87-A37B-4D29F006F0CA}" type="presParOf" srcId="{F8486585-3924-4DE7-8A74-E9FE5042AC4B}" destId="{CF6FD872-2F8B-4F97-B6DC-324FDA9DB16B}" srcOrd="8" destOrd="0" presId="urn:microsoft.com/office/officeart/2005/8/layout/list1"/>
    <dgm:cxn modelId="{A85A62B4-E4AB-43A0-A8F8-2FCF72187204}" type="presParOf" srcId="{CF6FD872-2F8B-4F97-B6DC-324FDA9DB16B}" destId="{3FFFED28-F2BC-4EE1-98C9-AF72C5974465}" srcOrd="0" destOrd="0" presId="urn:microsoft.com/office/officeart/2005/8/layout/list1"/>
    <dgm:cxn modelId="{58EF4226-75DF-4A54-84F7-AB68A02A2FB1}" type="presParOf" srcId="{CF6FD872-2F8B-4F97-B6DC-324FDA9DB16B}" destId="{C9066643-AC69-4A9E-919F-BACC6159FB00}" srcOrd="1" destOrd="0" presId="urn:microsoft.com/office/officeart/2005/8/layout/list1"/>
    <dgm:cxn modelId="{FB4272BD-7951-4E4F-8249-F926A8124161}" type="presParOf" srcId="{F8486585-3924-4DE7-8A74-E9FE5042AC4B}" destId="{CAE70737-553F-42FA-8CE4-6120F2106454}" srcOrd="9" destOrd="0" presId="urn:microsoft.com/office/officeart/2005/8/layout/list1"/>
    <dgm:cxn modelId="{8E7A1E4A-50E6-4697-8D27-F910CBA535F4}" type="presParOf" srcId="{F8486585-3924-4DE7-8A74-E9FE5042AC4B}" destId="{414B5E97-E32F-4665-B27C-4F3B4E704311}" srcOrd="10" destOrd="0" presId="urn:microsoft.com/office/officeart/2005/8/layout/list1"/>
    <dgm:cxn modelId="{8933C534-11D1-4B41-901E-D7F28D68A25B}" type="presParOf" srcId="{F8486585-3924-4DE7-8A74-E9FE5042AC4B}" destId="{389A5B40-4285-4143-A7D4-95C2EB42DC17}" srcOrd="11" destOrd="0" presId="urn:microsoft.com/office/officeart/2005/8/layout/list1"/>
    <dgm:cxn modelId="{00056406-7A91-4C10-BD1E-7026F70E1310}" type="presParOf" srcId="{F8486585-3924-4DE7-8A74-E9FE5042AC4B}" destId="{7437F0D5-0914-454A-B8B6-5E756519A1C4}" srcOrd="12" destOrd="0" presId="urn:microsoft.com/office/officeart/2005/8/layout/list1"/>
    <dgm:cxn modelId="{7EA8E9B6-C654-454C-9614-23C21A7E1810}" type="presParOf" srcId="{7437F0D5-0914-454A-B8B6-5E756519A1C4}" destId="{0D0D1DB4-EAEC-4CB4-8AF2-AA22B2575FA4}" srcOrd="0" destOrd="0" presId="urn:microsoft.com/office/officeart/2005/8/layout/list1"/>
    <dgm:cxn modelId="{5E1B91FD-E285-44CC-904D-A76CAA74BC87}" type="presParOf" srcId="{7437F0D5-0914-454A-B8B6-5E756519A1C4}" destId="{94EF6315-379F-4C3D-B0D6-91093495B9E7}" srcOrd="1" destOrd="0" presId="urn:microsoft.com/office/officeart/2005/8/layout/list1"/>
    <dgm:cxn modelId="{EF403D9A-04E1-4009-A9B0-FA8241F640BD}" type="presParOf" srcId="{F8486585-3924-4DE7-8A74-E9FE5042AC4B}" destId="{6F2965EE-EA3E-44AC-BA38-86A813D65B1F}" srcOrd="13" destOrd="0" presId="urn:microsoft.com/office/officeart/2005/8/layout/list1"/>
    <dgm:cxn modelId="{B24597ED-47A3-49AC-AC7B-ACCB1C1E4A3F}" type="presParOf" srcId="{F8486585-3924-4DE7-8A74-E9FE5042AC4B}" destId="{2D44215B-213E-4D62-971A-909E80AAEB4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632D2C-8C6D-4D25-A597-352728E19249}" type="doc">
      <dgm:prSet loTypeId="urn:microsoft.com/office/officeart/2005/8/layout/list1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433A1DC5-EE09-4B16-8475-7B90614066E4}">
      <dgm:prSet/>
      <dgm:spPr/>
      <dgm:t>
        <a:bodyPr/>
        <a:lstStyle/>
        <a:p>
          <a:r>
            <a:rPr lang="en-US" b="1" i="0" baseline="0" dirty="0"/>
            <a:t>5. Predictable Token Generation</a:t>
          </a:r>
          <a:endParaRPr lang="en-US" b="1" dirty="0"/>
        </a:p>
      </dgm:t>
    </dgm:pt>
    <dgm:pt modelId="{BE8D431D-7B69-49A8-B6BC-74D024E33231}" type="parTrans" cxnId="{A07C4393-827A-4112-9B4D-C70535C92B27}">
      <dgm:prSet/>
      <dgm:spPr/>
      <dgm:t>
        <a:bodyPr/>
        <a:lstStyle/>
        <a:p>
          <a:endParaRPr lang="en-US"/>
        </a:p>
      </dgm:t>
    </dgm:pt>
    <dgm:pt modelId="{C5BF5481-0F38-41FA-86B0-0245198DA255}" type="sibTrans" cxnId="{A07C4393-827A-4112-9B4D-C70535C92B27}">
      <dgm:prSet/>
      <dgm:spPr/>
      <dgm:t>
        <a:bodyPr/>
        <a:lstStyle/>
        <a:p>
          <a:endParaRPr lang="en-US"/>
        </a:p>
      </dgm:t>
    </dgm:pt>
    <dgm:pt modelId="{70E78313-47D6-44F3-84BB-21329D8B645D}">
      <dgm:prSet/>
      <dgm:spPr/>
      <dgm:t>
        <a:bodyPr/>
        <a:lstStyle/>
        <a:p>
          <a:r>
            <a:rPr lang="en-US" b="1" i="0" baseline="0" dirty="0"/>
            <a:t>Description: Tokens are generated using predictable patterns, such as appending '123' to the username.</a:t>
          </a:r>
          <a:endParaRPr lang="en-US" b="1" dirty="0"/>
        </a:p>
      </dgm:t>
    </dgm:pt>
    <dgm:pt modelId="{F3DF2370-4945-44BA-BE2C-13594BCBFA7B}" type="parTrans" cxnId="{5E92CDF1-A0B6-4CC1-ADB1-3FA03E6EF392}">
      <dgm:prSet/>
      <dgm:spPr/>
      <dgm:t>
        <a:bodyPr/>
        <a:lstStyle/>
        <a:p>
          <a:endParaRPr lang="en-US"/>
        </a:p>
      </dgm:t>
    </dgm:pt>
    <dgm:pt modelId="{BFA31227-D089-4DFD-99B9-A98A081E901F}" type="sibTrans" cxnId="{5E92CDF1-A0B6-4CC1-ADB1-3FA03E6EF392}">
      <dgm:prSet/>
      <dgm:spPr/>
      <dgm:t>
        <a:bodyPr/>
        <a:lstStyle/>
        <a:p>
          <a:endParaRPr lang="en-US"/>
        </a:p>
      </dgm:t>
    </dgm:pt>
    <dgm:pt modelId="{ADF0D95D-7A5C-438D-B136-7EDB54A28C7F}">
      <dgm:prSet/>
      <dgm:spPr/>
      <dgm:t>
        <a:bodyPr/>
        <a:lstStyle/>
        <a:p>
          <a:r>
            <a:rPr lang="en-US" b="1" i="0" baseline="0" dirty="0"/>
            <a:t>Example Payload:</a:t>
          </a:r>
          <a:endParaRPr lang="en-US" b="1" dirty="0"/>
        </a:p>
      </dgm:t>
    </dgm:pt>
    <dgm:pt modelId="{000FD10A-F2B3-41E5-8E11-0EF829E6EC33}" type="parTrans" cxnId="{3DD869D0-C3FB-4F8B-88B4-DF5E6E4E1660}">
      <dgm:prSet/>
      <dgm:spPr/>
      <dgm:t>
        <a:bodyPr/>
        <a:lstStyle/>
        <a:p>
          <a:endParaRPr lang="en-US"/>
        </a:p>
      </dgm:t>
    </dgm:pt>
    <dgm:pt modelId="{3A617879-2048-4A7F-83FA-B4687482178B}" type="sibTrans" cxnId="{3DD869D0-C3FB-4F8B-88B4-DF5E6E4E1660}">
      <dgm:prSet/>
      <dgm:spPr/>
      <dgm:t>
        <a:bodyPr/>
        <a:lstStyle/>
        <a:p>
          <a:endParaRPr lang="en-US"/>
        </a:p>
      </dgm:t>
    </dgm:pt>
    <dgm:pt modelId="{358C7345-65A2-4F8A-AADE-C1E024AA9B05}">
      <dgm:prSet/>
      <dgm:spPr/>
      <dgm:t>
        <a:bodyPr/>
        <a:lstStyle/>
        <a:p>
          <a:r>
            <a:rPr lang="en-US" b="1" i="0" baseline="0" dirty="0"/>
            <a:t>{ "username": "john", "password": "john123" } </a:t>
          </a:r>
          <a:endParaRPr lang="en-US" b="1" dirty="0"/>
        </a:p>
      </dgm:t>
    </dgm:pt>
    <dgm:pt modelId="{EADD59D1-8E37-4188-940B-D506B42216B2}" type="parTrans" cxnId="{85E8DBBB-9CB8-4C09-AAF2-FE9A4616E160}">
      <dgm:prSet/>
      <dgm:spPr/>
      <dgm:t>
        <a:bodyPr/>
        <a:lstStyle/>
        <a:p>
          <a:endParaRPr lang="en-US"/>
        </a:p>
      </dgm:t>
    </dgm:pt>
    <dgm:pt modelId="{29FE4B34-9EF1-41BA-81CE-95F6BDA88FBA}" type="sibTrans" cxnId="{85E8DBBB-9CB8-4C09-AAF2-FE9A4616E160}">
      <dgm:prSet/>
      <dgm:spPr/>
      <dgm:t>
        <a:bodyPr/>
        <a:lstStyle/>
        <a:p>
          <a:endParaRPr lang="en-US"/>
        </a:p>
      </dgm:t>
    </dgm:pt>
    <dgm:pt modelId="{9625C96F-37B3-4D63-91DB-E993FE81F089}">
      <dgm:prSet/>
      <dgm:spPr/>
      <dgm:t>
        <a:bodyPr/>
        <a:lstStyle/>
        <a:p>
          <a:r>
            <a:rPr lang="en-US" b="1" i="0" baseline="0" dirty="0"/>
            <a:t>Impact: Attackers can guess tokens and gain unauthorized access.​</a:t>
          </a:r>
          <a:endParaRPr lang="en-US" b="1" dirty="0"/>
        </a:p>
      </dgm:t>
    </dgm:pt>
    <dgm:pt modelId="{C2C4F147-1BF5-4C3B-BE37-F4CA7D3DFE79}" type="parTrans" cxnId="{BCC9E4FE-5DF3-422D-BF4F-FA1645AD82A4}">
      <dgm:prSet/>
      <dgm:spPr/>
      <dgm:t>
        <a:bodyPr/>
        <a:lstStyle/>
        <a:p>
          <a:endParaRPr lang="en-US"/>
        </a:p>
      </dgm:t>
    </dgm:pt>
    <dgm:pt modelId="{55E34DA0-B277-4360-90C8-05DA1D9D82DD}" type="sibTrans" cxnId="{BCC9E4FE-5DF3-422D-BF4F-FA1645AD82A4}">
      <dgm:prSet/>
      <dgm:spPr/>
      <dgm:t>
        <a:bodyPr/>
        <a:lstStyle/>
        <a:p>
          <a:endParaRPr lang="en-US"/>
        </a:p>
      </dgm:t>
    </dgm:pt>
    <dgm:pt modelId="{7339C6ED-3741-4140-A227-81829FF839DB}">
      <dgm:prSet/>
      <dgm:spPr/>
      <dgm:t>
        <a:bodyPr/>
        <a:lstStyle/>
        <a:p>
          <a:r>
            <a:rPr lang="en-US" b="1" i="0" baseline="0" dirty="0"/>
            <a:t>6. Brute Force Vulnerability</a:t>
          </a:r>
          <a:endParaRPr lang="en-US" b="1" dirty="0"/>
        </a:p>
      </dgm:t>
    </dgm:pt>
    <dgm:pt modelId="{52AA8853-6500-4BBB-A9EB-554E74EA172A}" type="parTrans" cxnId="{B07A27E2-CC16-477F-94E3-2EE4A2C8E5C0}">
      <dgm:prSet/>
      <dgm:spPr/>
      <dgm:t>
        <a:bodyPr/>
        <a:lstStyle/>
        <a:p>
          <a:endParaRPr lang="en-US"/>
        </a:p>
      </dgm:t>
    </dgm:pt>
    <dgm:pt modelId="{69A10C5A-8C6C-4B00-985E-DA077EDA3BF2}" type="sibTrans" cxnId="{B07A27E2-CC16-477F-94E3-2EE4A2C8E5C0}">
      <dgm:prSet/>
      <dgm:spPr/>
      <dgm:t>
        <a:bodyPr/>
        <a:lstStyle/>
        <a:p>
          <a:endParaRPr lang="en-US"/>
        </a:p>
      </dgm:t>
    </dgm:pt>
    <dgm:pt modelId="{803CF4B7-350C-4144-842E-71A5EAF60EDE}">
      <dgm:prSet/>
      <dgm:spPr/>
      <dgm:t>
        <a:bodyPr/>
        <a:lstStyle/>
        <a:p>
          <a:r>
            <a:rPr lang="en-US" b="1" i="0" baseline="0" dirty="0"/>
            <a:t>Description: No rate limiting or account lockout mechanisms are implemented.</a:t>
          </a:r>
          <a:endParaRPr lang="en-US" b="1" dirty="0"/>
        </a:p>
      </dgm:t>
    </dgm:pt>
    <dgm:pt modelId="{CAEE0233-E9EF-4759-9C28-9E723825D142}" type="parTrans" cxnId="{3D369003-A6B9-428C-946A-A083868BAD15}">
      <dgm:prSet/>
      <dgm:spPr/>
      <dgm:t>
        <a:bodyPr/>
        <a:lstStyle/>
        <a:p>
          <a:endParaRPr lang="en-US"/>
        </a:p>
      </dgm:t>
    </dgm:pt>
    <dgm:pt modelId="{74C0E775-6F4C-4BD7-B3F7-2CBE080F8FBE}" type="sibTrans" cxnId="{3D369003-A6B9-428C-946A-A083868BAD15}">
      <dgm:prSet/>
      <dgm:spPr/>
      <dgm:t>
        <a:bodyPr/>
        <a:lstStyle/>
        <a:p>
          <a:endParaRPr lang="en-US"/>
        </a:p>
      </dgm:t>
    </dgm:pt>
    <dgm:pt modelId="{F3EB6A0D-06CE-4A3C-9054-700F3E5F7A96}">
      <dgm:prSet/>
      <dgm:spPr/>
      <dgm:t>
        <a:bodyPr/>
        <a:lstStyle/>
        <a:p>
          <a:r>
            <a:rPr lang="en-US" b="1" i="0" baseline="0" dirty="0"/>
            <a:t>Example Payload:</a:t>
          </a:r>
          <a:endParaRPr lang="en-US" b="1" dirty="0"/>
        </a:p>
      </dgm:t>
    </dgm:pt>
    <dgm:pt modelId="{9A5C5D34-44D2-4B95-A988-683CFE1D9883}" type="parTrans" cxnId="{90B3DD72-518B-45A1-A15F-649BD0F64C17}">
      <dgm:prSet/>
      <dgm:spPr/>
      <dgm:t>
        <a:bodyPr/>
        <a:lstStyle/>
        <a:p>
          <a:endParaRPr lang="en-US"/>
        </a:p>
      </dgm:t>
    </dgm:pt>
    <dgm:pt modelId="{BB7CE157-420A-4E9D-949C-F6FAB728C319}" type="sibTrans" cxnId="{90B3DD72-518B-45A1-A15F-649BD0F64C17}">
      <dgm:prSet/>
      <dgm:spPr/>
      <dgm:t>
        <a:bodyPr/>
        <a:lstStyle/>
        <a:p>
          <a:endParaRPr lang="en-US"/>
        </a:p>
      </dgm:t>
    </dgm:pt>
    <dgm:pt modelId="{B9F2A652-0B52-436D-8B75-DD4620277775}">
      <dgm:prSet/>
      <dgm:spPr/>
      <dgm:t>
        <a:bodyPr/>
        <a:lstStyle/>
        <a:p>
          <a:r>
            <a:rPr lang="en-US" b="1" i="0" baseline="0" dirty="0"/>
            <a:t>{ "username": "admin", "password": "</a:t>
          </a:r>
          <a:r>
            <a:rPr lang="en-US" b="1" i="0" baseline="0" dirty="0" err="1"/>
            <a:t>wrongpassword</a:t>
          </a:r>
          <a:r>
            <a:rPr lang="en-US" b="1" i="0" baseline="0" dirty="0"/>
            <a:t>" } </a:t>
          </a:r>
          <a:endParaRPr lang="en-US" b="1" dirty="0"/>
        </a:p>
      </dgm:t>
    </dgm:pt>
    <dgm:pt modelId="{55F9E113-0493-47F9-BAC5-14421711D886}" type="parTrans" cxnId="{5CE0B6B3-DAFC-4938-9DE6-56B4DB3792C3}">
      <dgm:prSet/>
      <dgm:spPr/>
      <dgm:t>
        <a:bodyPr/>
        <a:lstStyle/>
        <a:p>
          <a:endParaRPr lang="en-US"/>
        </a:p>
      </dgm:t>
    </dgm:pt>
    <dgm:pt modelId="{860C9B9A-07BE-4656-8109-55AE0AA9E2B3}" type="sibTrans" cxnId="{5CE0B6B3-DAFC-4938-9DE6-56B4DB3792C3}">
      <dgm:prSet/>
      <dgm:spPr/>
      <dgm:t>
        <a:bodyPr/>
        <a:lstStyle/>
        <a:p>
          <a:endParaRPr lang="en-US"/>
        </a:p>
      </dgm:t>
    </dgm:pt>
    <dgm:pt modelId="{BF979E02-A8C4-480D-9AC4-647C7A0877D6}">
      <dgm:prSet/>
      <dgm:spPr/>
      <dgm:t>
        <a:bodyPr/>
        <a:lstStyle/>
        <a:p>
          <a:r>
            <a:rPr lang="en-US" b="1" i="0" baseline="0" dirty="0"/>
            <a:t>Impact: Allows attackers to attempt unlimited password guesses.</a:t>
          </a:r>
          <a:endParaRPr lang="en-US" b="1" dirty="0"/>
        </a:p>
      </dgm:t>
    </dgm:pt>
    <dgm:pt modelId="{FA753090-97A5-4027-8E87-C2FE3EA1E073}" type="parTrans" cxnId="{3AC7285A-E944-4AF4-AB5B-74211344926D}">
      <dgm:prSet/>
      <dgm:spPr/>
      <dgm:t>
        <a:bodyPr/>
        <a:lstStyle/>
        <a:p>
          <a:endParaRPr lang="en-US"/>
        </a:p>
      </dgm:t>
    </dgm:pt>
    <dgm:pt modelId="{2E275CEB-D7DF-4505-817D-3537B8EEC453}" type="sibTrans" cxnId="{3AC7285A-E944-4AF4-AB5B-74211344926D}">
      <dgm:prSet/>
      <dgm:spPr/>
      <dgm:t>
        <a:bodyPr/>
        <a:lstStyle/>
        <a:p>
          <a:endParaRPr lang="en-US"/>
        </a:p>
      </dgm:t>
    </dgm:pt>
    <dgm:pt modelId="{F6BAEAB9-D46C-48BA-BC33-93A33B9EFE18}">
      <dgm:prSet/>
      <dgm:spPr/>
      <dgm:t>
        <a:bodyPr/>
        <a:lstStyle/>
        <a:p>
          <a:r>
            <a:rPr lang="en-US" b="1" i="0" baseline="0" dirty="0"/>
            <a:t>7. Insecure Direct Object Reference (IDOR)</a:t>
          </a:r>
          <a:endParaRPr lang="en-US" b="1" dirty="0"/>
        </a:p>
      </dgm:t>
    </dgm:pt>
    <dgm:pt modelId="{4604B1AF-5635-4D3E-A77B-0E3DEB90F694}" type="parTrans" cxnId="{A7FDF2C4-974C-41F1-BB28-3B440D9503E3}">
      <dgm:prSet/>
      <dgm:spPr/>
      <dgm:t>
        <a:bodyPr/>
        <a:lstStyle/>
        <a:p>
          <a:endParaRPr lang="en-US"/>
        </a:p>
      </dgm:t>
    </dgm:pt>
    <dgm:pt modelId="{E21E2338-E2CB-4813-92A3-8EF2D4A85DA4}" type="sibTrans" cxnId="{A7FDF2C4-974C-41F1-BB28-3B440D9503E3}">
      <dgm:prSet/>
      <dgm:spPr/>
      <dgm:t>
        <a:bodyPr/>
        <a:lstStyle/>
        <a:p>
          <a:endParaRPr lang="en-US"/>
        </a:p>
      </dgm:t>
    </dgm:pt>
    <dgm:pt modelId="{D9F4407B-D3C9-4E50-AF63-0003403F4B39}">
      <dgm:prSet/>
      <dgm:spPr/>
      <dgm:t>
        <a:bodyPr/>
        <a:lstStyle/>
        <a:p>
          <a:r>
            <a:rPr lang="en-US" b="1" i="0" baseline="0" dirty="0"/>
            <a:t>Description: Access to user data is granted based on user ID without proper authorization checks.</a:t>
          </a:r>
          <a:endParaRPr lang="en-US" b="1" dirty="0"/>
        </a:p>
      </dgm:t>
    </dgm:pt>
    <dgm:pt modelId="{E9DC2E69-F3C0-4432-B0F2-FFA0856DFC60}" type="parTrans" cxnId="{99EA9CD9-39F6-4108-9900-35C6E977851A}">
      <dgm:prSet/>
      <dgm:spPr/>
      <dgm:t>
        <a:bodyPr/>
        <a:lstStyle/>
        <a:p>
          <a:endParaRPr lang="en-US"/>
        </a:p>
      </dgm:t>
    </dgm:pt>
    <dgm:pt modelId="{F85515FF-F890-42CB-81D4-3D654DD5EA51}" type="sibTrans" cxnId="{99EA9CD9-39F6-4108-9900-35C6E977851A}">
      <dgm:prSet/>
      <dgm:spPr/>
      <dgm:t>
        <a:bodyPr/>
        <a:lstStyle/>
        <a:p>
          <a:endParaRPr lang="en-US"/>
        </a:p>
      </dgm:t>
    </dgm:pt>
    <dgm:pt modelId="{2D4C334C-4095-4DE0-A60E-26B497F5D08D}">
      <dgm:prSet/>
      <dgm:spPr/>
      <dgm:t>
        <a:bodyPr/>
        <a:lstStyle/>
        <a:p>
          <a:r>
            <a:rPr lang="en-US" b="1" i="0" baseline="0" dirty="0"/>
            <a:t>Example Payload:</a:t>
          </a:r>
          <a:endParaRPr lang="en-US" b="1" dirty="0"/>
        </a:p>
      </dgm:t>
    </dgm:pt>
    <dgm:pt modelId="{FBA85F54-48B7-4AD1-8AFC-973B7C708F7C}" type="parTrans" cxnId="{DB87E81D-0816-4EAD-98D6-92EEE1E57CE2}">
      <dgm:prSet/>
      <dgm:spPr/>
      <dgm:t>
        <a:bodyPr/>
        <a:lstStyle/>
        <a:p>
          <a:endParaRPr lang="en-US"/>
        </a:p>
      </dgm:t>
    </dgm:pt>
    <dgm:pt modelId="{D9234778-925C-441D-A8DA-F745B2AC234C}" type="sibTrans" cxnId="{DB87E81D-0816-4EAD-98D6-92EEE1E57CE2}">
      <dgm:prSet/>
      <dgm:spPr/>
      <dgm:t>
        <a:bodyPr/>
        <a:lstStyle/>
        <a:p>
          <a:endParaRPr lang="en-US"/>
        </a:p>
      </dgm:t>
    </dgm:pt>
    <dgm:pt modelId="{D8A69B7C-2B03-4DD7-87C5-37FCE1D57C4D}">
      <dgm:prSet/>
      <dgm:spPr/>
      <dgm:t>
        <a:bodyPr/>
        <a:lstStyle/>
        <a:p>
          <a:r>
            <a:rPr lang="en-US" b="1" i="0" baseline="0" dirty="0"/>
            <a:t>{ "username": "john", "password": "john123", "</a:t>
          </a:r>
          <a:r>
            <a:rPr lang="en-US" b="1" i="0" baseline="0" dirty="0" err="1"/>
            <a:t>user_id</a:t>
          </a:r>
          <a:r>
            <a:rPr lang="en-US" b="1" i="0" baseline="0" dirty="0"/>
            <a:t>": 1 } </a:t>
          </a:r>
          <a:endParaRPr lang="en-US" b="1" dirty="0"/>
        </a:p>
      </dgm:t>
    </dgm:pt>
    <dgm:pt modelId="{F500D16E-D970-4D3A-978D-8A028B65FD5E}" type="parTrans" cxnId="{67347DB5-71E1-4003-85A9-8F302EBC54E3}">
      <dgm:prSet/>
      <dgm:spPr/>
      <dgm:t>
        <a:bodyPr/>
        <a:lstStyle/>
        <a:p>
          <a:endParaRPr lang="en-US"/>
        </a:p>
      </dgm:t>
    </dgm:pt>
    <dgm:pt modelId="{CDD49C59-1DCC-409B-9087-43B2384BD7ED}" type="sibTrans" cxnId="{67347DB5-71E1-4003-85A9-8F302EBC54E3}">
      <dgm:prSet/>
      <dgm:spPr/>
      <dgm:t>
        <a:bodyPr/>
        <a:lstStyle/>
        <a:p>
          <a:endParaRPr lang="en-US"/>
        </a:p>
      </dgm:t>
    </dgm:pt>
    <dgm:pt modelId="{294E9C6E-4DAE-4E4C-A8A5-5FFC5C180212}">
      <dgm:prSet/>
      <dgm:spPr/>
      <dgm:t>
        <a:bodyPr/>
        <a:lstStyle/>
        <a:p>
          <a:r>
            <a:rPr lang="en-US" b="1" i="0" baseline="0" dirty="0"/>
            <a:t>Impact: Attackers can access or modify data of other users by manipulating user IDs.​</a:t>
          </a:r>
          <a:endParaRPr lang="en-US" b="1" dirty="0"/>
        </a:p>
      </dgm:t>
    </dgm:pt>
    <dgm:pt modelId="{30A692C5-8A67-4AB3-AE08-29590BD4E15C}" type="parTrans" cxnId="{40BFC472-D458-4513-9E0C-4835C5554A9F}">
      <dgm:prSet/>
      <dgm:spPr/>
      <dgm:t>
        <a:bodyPr/>
        <a:lstStyle/>
        <a:p>
          <a:endParaRPr lang="en-US"/>
        </a:p>
      </dgm:t>
    </dgm:pt>
    <dgm:pt modelId="{F32A273A-6249-4B71-A204-F97C61E3BD03}" type="sibTrans" cxnId="{40BFC472-D458-4513-9E0C-4835C5554A9F}">
      <dgm:prSet/>
      <dgm:spPr/>
      <dgm:t>
        <a:bodyPr/>
        <a:lstStyle/>
        <a:p>
          <a:endParaRPr lang="en-US"/>
        </a:p>
      </dgm:t>
    </dgm:pt>
    <dgm:pt modelId="{638B3702-621C-4060-822B-063E44F5E1B9}">
      <dgm:prSet/>
      <dgm:spPr/>
      <dgm:t>
        <a:bodyPr/>
        <a:lstStyle/>
        <a:p>
          <a:r>
            <a:rPr lang="en-US" b="1" i="0" baseline="0" dirty="0"/>
            <a:t>8. Command Injection (eval)</a:t>
          </a:r>
          <a:endParaRPr lang="en-US" b="1" dirty="0"/>
        </a:p>
      </dgm:t>
    </dgm:pt>
    <dgm:pt modelId="{5EBE6F1B-BD70-4E79-BF4D-F75D11A6530F}" type="parTrans" cxnId="{E5D9F25B-D079-4392-8CEF-842DCC57AC02}">
      <dgm:prSet/>
      <dgm:spPr/>
      <dgm:t>
        <a:bodyPr/>
        <a:lstStyle/>
        <a:p>
          <a:endParaRPr lang="en-US"/>
        </a:p>
      </dgm:t>
    </dgm:pt>
    <dgm:pt modelId="{0AC2941E-FB01-4E11-A3AA-BC7287C76DEA}" type="sibTrans" cxnId="{E5D9F25B-D079-4392-8CEF-842DCC57AC02}">
      <dgm:prSet/>
      <dgm:spPr/>
      <dgm:t>
        <a:bodyPr/>
        <a:lstStyle/>
        <a:p>
          <a:endParaRPr lang="en-US"/>
        </a:p>
      </dgm:t>
    </dgm:pt>
    <dgm:pt modelId="{70819B19-483B-43BA-91AF-43A28B455D64}">
      <dgm:prSet/>
      <dgm:spPr/>
      <dgm:t>
        <a:bodyPr/>
        <a:lstStyle/>
        <a:p>
          <a:r>
            <a:rPr lang="en-US" b="1" i="0" baseline="0" dirty="0"/>
            <a:t>Description: User inputs are evaluated as code using eval(), allowing execution of arbitrary commands.</a:t>
          </a:r>
          <a:endParaRPr lang="en-US" b="1" dirty="0"/>
        </a:p>
      </dgm:t>
    </dgm:pt>
    <dgm:pt modelId="{423B4500-5DA6-4868-89C6-07D9CD75195C}" type="parTrans" cxnId="{5CB9A04D-6AA4-48E1-BDEE-6AA3B3748AC0}">
      <dgm:prSet/>
      <dgm:spPr/>
      <dgm:t>
        <a:bodyPr/>
        <a:lstStyle/>
        <a:p>
          <a:endParaRPr lang="en-US"/>
        </a:p>
      </dgm:t>
    </dgm:pt>
    <dgm:pt modelId="{73023F22-D25C-409F-9CEC-BAA07DAD02E0}" type="sibTrans" cxnId="{5CB9A04D-6AA4-48E1-BDEE-6AA3B3748AC0}">
      <dgm:prSet/>
      <dgm:spPr/>
      <dgm:t>
        <a:bodyPr/>
        <a:lstStyle/>
        <a:p>
          <a:endParaRPr lang="en-US"/>
        </a:p>
      </dgm:t>
    </dgm:pt>
    <dgm:pt modelId="{7617A519-506F-476B-9BE1-E3D7EC82B7B3}">
      <dgm:prSet/>
      <dgm:spPr/>
      <dgm:t>
        <a:bodyPr/>
        <a:lstStyle/>
        <a:p>
          <a:r>
            <a:rPr lang="en-US" b="1" i="0" baseline="0" dirty="0"/>
            <a:t>Example Payload:</a:t>
          </a:r>
          <a:endParaRPr lang="en-US" b="1" dirty="0"/>
        </a:p>
      </dgm:t>
    </dgm:pt>
    <dgm:pt modelId="{1AAE23C5-32AD-47CA-928B-DCA53FA85996}" type="parTrans" cxnId="{C921C598-FF2B-4683-826D-C5867788F1C6}">
      <dgm:prSet/>
      <dgm:spPr/>
      <dgm:t>
        <a:bodyPr/>
        <a:lstStyle/>
        <a:p>
          <a:endParaRPr lang="en-US"/>
        </a:p>
      </dgm:t>
    </dgm:pt>
    <dgm:pt modelId="{4D7FD5A0-523F-430E-8471-8F4317FEC5D8}" type="sibTrans" cxnId="{C921C598-FF2B-4683-826D-C5867788F1C6}">
      <dgm:prSet/>
      <dgm:spPr/>
      <dgm:t>
        <a:bodyPr/>
        <a:lstStyle/>
        <a:p>
          <a:endParaRPr lang="en-US"/>
        </a:p>
      </dgm:t>
    </dgm:pt>
    <dgm:pt modelId="{2AAF0C6A-0A8B-477F-B47B-72488B960F7C}">
      <dgm:prSet/>
      <dgm:spPr/>
      <dgm:t>
        <a:bodyPr/>
        <a:lstStyle/>
        <a:p>
          <a:r>
            <a:rPr lang="en-US" b="1" i="0" baseline="0" dirty="0"/>
            <a:t>{ "username": "test", "password": "test", "expression": "__import__('</a:t>
          </a:r>
          <a:r>
            <a:rPr lang="en-US" b="1" i="0" baseline="0" dirty="0" err="1"/>
            <a:t>os</a:t>
          </a:r>
          <a:r>
            <a:rPr lang="en-US" b="1" i="0" baseline="0" dirty="0"/>
            <a:t>').system('ls')" } </a:t>
          </a:r>
          <a:endParaRPr lang="en-US" b="1" dirty="0"/>
        </a:p>
      </dgm:t>
    </dgm:pt>
    <dgm:pt modelId="{9A33CCB6-6ECC-42B2-81AD-6AB51E33B7F7}" type="parTrans" cxnId="{5FAF0F63-81AE-440F-8EE0-06A830EF6010}">
      <dgm:prSet/>
      <dgm:spPr/>
      <dgm:t>
        <a:bodyPr/>
        <a:lstStyle/>
        <a:p>
          <a:endParaRPr lang="en-US"/>
        </a:p>
      </dgm:t>
    </dgm:pt>
    <dgm:pt modelId="{092E3FD5-44F3-4C88-93D6-C30229F88A61}" type="sibTrans" cxnId="{5FAF0F63-81AE-440F-8EE0-06A830EF6010}">
      <dgm:prSet/>
      <dgm:spPr/>
      <dgm:t>
        <a:bodyPr/>
        <a:lstStyle/>
        <a:p>
          <a:endParaRPr lang="en-US"/>
        </a:p>
      </dgm:t>
    </dgm:pt>
    <dgm:pt modelId="{DFB11B38-B6F2-4A34-A5BD-300C91A6AEDA}">
      <dgm:prSet/>
      <dgm:spPr/>
      <dgm:t>
        <a:bodyPr/>
        <a:lstStyle/>
        <a:p>
          <a:r>
            <a:rPr lang="en-US" b="1" i="0" baseline="0" dirty="0"/>
            <a:t>Impact: Attackers can execute system commands, leading to full system compromise.​</a:t>
          </a:r>
          <a:endParaRPr lang="en-US" b="1" dirty="0"/>
        </a:p>
      </dgm:t>
    </dgm:pt>
    <dgm:pt modelId="{690BB458-5867-44B7-BF27-8F2749FC0CA1}" type="parTrans" cxnId="{5B936273-4A07-4A18-AD52-BD9D5398032B}">
      <dgm:prSet/>
      <dgm:spPr/>
      <dgm:t>
        <a:bodyPr/>
        <a:lstStyle/>
        <a:p>
          <a:endParaRPr lang="en-US"/>
        </a:p>
      </dgm:t>
    </dgm:pt>
    <dgm:pt modelId="{DB1854BA-3FBB-4697-9A3F-4AFB6E5147B7}" type="sibTrans" cxnId="{5B936273-4A07-4A18-AD52-BD9D5398032B}">
      <dgm:prSet/>
      <dgm:spPr/>
      <dgm:t>
        <a:bodyPr/>
        <a:lstStyle/>
        <a:p>
          <a:endParaRPr lang="en-US"/>
        </a:p>
      </dgm:t>
    </dgm:pt>
    <dgm:pt modelId="{E453A9BB-B33F-4EAE-89B8-CAB1ED8BB3F4}" type="pres">
      <dgm:prSet presAssocID="{FB632D2C-8C6D-4D25-A597-352728E19249}" presName="linear" presStyleCnt="0">
        <dgm:presLayoutVars>
          <dgm:dir/>
          <dgm:animLvl val="lvl"/>
          <dgm:resizeHandles val="exact"/>
        </dgm:presLayoutVars>
      </dgm:prSet>
      <dgm:spPr/>
    </dgm:pt>
    <dgm:pt modelId="{E511A6D3-255F-4683-870E-B472CF39962E}" type="pres">
      <dgm:prSet presAssocID="{433A1DC5-EE09-4B16-8475-7B90614066E4}" presName="parentLin" presStyleCnt="0"/>
      <dgm:spPr/>
    </dgm:pt>
    <dgm:pt modelId="{3C26ACAE-5746-47F5-A75C-90A1DF13BD75}" type="pres">
      <dgm:prSet presAssocID="{433A1DC5-EE09-4B16-8475-7B90614066E4}" presName="parentLeftMargin" presStyleLbl="node1" presStyleIdx="0" presStyleCnt="4"/>
      <dgm:spPr/>
    </dgm:pt>
    <dgm:pt modelId="{C4A00EAB-F420-46E9-88AF-DF26246AF966}" type="pres">
      <dgm:prSet presAssocID="{433A1DC5-EE09-4B16-8475-7B90614066E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E54107-F8F6-4692-8EBC-C943EB9643B8}" type="pres">
      <dgm:prSet presAssocID="{433A1DC5-EE09-4B16-8475-7B90614066E4}" presName="negativeSpace" presStyleCnt="0"/>
      <dgm:spPr/>
    </dgm:pt>
    <dgm:pt modelId="{1E89DE43-7C76-4BBF-A18C-86B5BD2A176F}" type="pres">
      <dgm:prSet presAssocID="{433A1DC5-EE09-4B16-8475-7B90614066E4}" presName="childText" presStyleLbl="conFgAcc1" presStyleIdx="0" presStyleCnt="4">
        <dgm:presLayoutVars>
          <dgm:bulletEnabled val="1"/>
        </dgm:presLayoutVars>
      </dgm:prSet>
      <dgm:spPr/>
    </dgm:pt>
    <dgm:pt modelId="{A6106BAB-C9FF-41A4-8843-2B051DAB61ED}" type="pres">
      <dgm:prSet presAssocID="{C5BF5481-0F38-41FA-86B0-0245198DA255}" presName="spaceBetweenRectangles" presStyleCnt="0"/>
      <dgm:spPr/>
    </dgm:pt>
    <dgm:pt modelId="{EA13CEBA-F162-4E01-ABAF-D09ABEEDEFE0}" type="pres">
      <dgm:prSet presAssocID="{7339C6ED-3741-4140-A227-81829FF839DB}" presName="parentLin" presStyleCnt="0"/>
      <dgm:spPr/>
    </dgm:pt>
    <dgm:pt modelId="{56E0133A-165C-4F06-8132-61CC357A31B3}" type="pres">
      <dgm:prSet presAssocID="{7339C6ED-3741-4140-A227-81829FF839DB}" presName="parentLeftMargin" presStyleLbl="node1" presStyleIdx="0" presStyleCnt="4"/>
      <dgm:spPr/>
    </dgm:pt>
    <dgm:pt modelId="{DD2A2A9D-EBBC-441D-991E-0BF5C22E4CB6}" type="pres">
      <dgm:prSet presAssocID="{7339C6ED-3741-4140-A227-81829FF839D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1B2810C-B9F5-4B90-9B92-DA48F1C8F027}" type="pres">
      <dgm:prSet presAssocID="{7339C6ED-3741-4140-A227-81829FF839DB}" presName="negativeSpace" presStyleCnt="0"/>
      <dgm:spPr/>
    </dgm:pt>
    <dgm:pt modelId="{21599E20-5CAA-413F-AF82-531D45117AD6}" type="pres">
      <dgm:prSet presAssocID="{7339C6ED-3741-4140-A227-81829FF839DB}" presName="childText" presStyleLbl="conFgAcc1" presStyleIdx="1" presStyleCnt="4">
        <dgm:presLayoutVars>
          <dgm:bulletEnabled val="1"/>
        </dgm:presLayoutVars>
      </dgm:prSet>
      <dgm:spPr/>
    </dgm:pt>
    <dgm:pt modelId="{747E9B30-F003-4310-81A8-A7AE4CBD36E8}" type="pres">
      <dgm:prSet presAssocID="{69A10C5A-8C6C-4B00-985E-DA077EDA3BF2}" presName="spaceBetweenRectangles" presStyleCnt="0"/>
      <dgm:spPr/>
    </dgm:pt>
    <dgm:pt modelId="{3000C65A-83E2-4291-850D-14CF0D83CC18}" type="pres">
      <dgm:prSet presAssocID="{F6BAEAB9-D46C-48BA-BC33-93A33B9EFE18}" presName="parentLin" presStyleCnt="0"/>
      <dgm:spPr/>
    </dgm:pt>
    <dgm:pt modelId="{485FB2F1-358A-495C-ACB3-A62A174F8904}" type="pres">
      <dgm:prSet presAssocID="{F6BAEAB9-D46C-48BA-BC33-93A33B9EFE18}" presName="parentLeftMargin" presStyleLbl="node1" presStyleIdx="1" presStyleCnt="4"/>
      <dgm:spPr/>
    </dgm:pt>
    <dgm:pt modelId="{15E8FDEC-519A-4C82-B8F0-811E582E2743}" type="pres">
      <dgm:prSet presAssocID="{F6BAEAB9-D46C-48BA-BC33-93A33B9EFE1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4D8EC4-4A5C-4C2F-BD71-5CAD58517A1E}" type="pres">
      <dgm:prSet presAssocID="{F6BAEAB9-D46C-48BA-BC33-93A33B9EFE18}" presName="negativeSpace" presStyleCnt="0"/>
      <dgm:spPr/>
    </dgm:pt>
    <dgm:pt modelId="{DC126E45-B45B-4984-8712-5EB50EBC7BF5}" type="pres">
      <dgm:prSet presAssocID="{F6BAEAB9-D46C-48BA-BC33-93A33B9EFE18}" presName="childText" presStyleLbl="conFgAcc1" presStyleIdx="2" presStyleCnt="4">
        <dgm:presLayoutVars>
          <dgm:bulletEnabled val="1"/>
        </dgm:presLayoutVars>
      </dgm:prSet>
      <dgm:spPr/>
    </dgm:pt>
    <dgm:pt modelId="{BEA7EB86-855D-4140-8D09-7D909C413455}" type="pres">
      <dgm:prSet presAssocID="{E21E2338-E2CB-4813-92A3-8EF2D4A85DA4}" presName="spaceBetweenRectangles" presStyleCnt="0"/>
      <dgm:spPr/>
    </dgm:pt>
    <dgm:pt modelId="{4A7A0632-C519-49E8-A5CB-47A190F7B018}" type="pres">
      <dgm:prSet presAssocID="{638B3702-621C-4060-822B-063E44F5E1B9}" presName="parentLin" presStyleCnt="0"/>
      <dgm:spPr/>
    </dgm:pt>
    <dgm:pt modelId="{94D8AEAA-1095-4D97-9169-02A2649F619C}" type="pres">
      <dgm:prSet presAssocID="{638B3702-621C-4060-822B-063E44F5E1B9}" presName="parentLeftMargin" presStyleLbl="node1" presStyleIdx="2" presStyleCnt="4"/>
      <dgm:spPr/>
    </dgm:pt>
    <dgm:pt modelId="{748067D5-5F45-4326-B492-EC8713C6693A}" type="pres">
      <dgm:prSet presAssocID="{638B3702-621C-4060-822B-063E44F5E1B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D2D23B2-B3DC-4B9B-B5A7-D1DC69C1013C}" type="pres">
      <dgm:prSet presAssocID="{638B3702-621C-4060-822B-063E44F5E1B9}" presName="negativeSpace" presStyleCnt="0"/>
      <dgm:spPr/>
    </dgm:pt>
    <dgm:pt modelId="{ACB445A7-D9CE-438E-B87D-ED474DFC49D2}" type="pres">
      <dgm:prSet presAssocID="{638B3702-621C-4060-822B-063E44F5E1B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9234E00-2F0B-4A59-AFA1-E67E999AF3DD}" type="presOf" srcId="{F3EB6A0D-06CE-4A3C-9054-700F3E5F7A96}" destId="{21599E20-5CAA-413F-AF82-531D45117AD6}" srcOrd="0" destOrd="1" presId="urn:microsoft.com/office/officeart/2005/8/layout/list1"/>
    <dgm:cxn modelId="{3D369003-A6B9-428C-946A-A083868BAD15}" srcId="{7339C6ED-3741-4140-A227-81829FF839DB}" destId="{803CF4B7-350C-4144-842E-71A5EAF60EDE}" srcOrd="0" destOrd="0" parTransId="{CAEE0233-E9EF-4759-9C28-9E723825D142}" sibTransId="{74C0E775-6F4C-4BD7-B3F7-2CBE080F8FBE}"/>
    <dgm:cxn modelId="{FE9CAC15-1FEF-44DD-84A2-D00C0DB1FD00}" type="presOf" srcId="{F6BAEAB9-D46C-48BA-BC33-93A33B9EFE18}" destId="{15E8FDEC-519A-4C82-B8F0-811E582E2743}" srcOrd="1" destOrd="0" presId="urn:microsoft.com/office/officeart/2005/8/layout/list1"/>
    <dgm:cxn modelId="{89A39D1D-D75B-41BF-9B15-6CEEAFF6F255}" type="presOf" srcId="{D9F4407B-D3C9-4E50-AF63-0003403F4B39}" destId="{DC126E45-B45B-4984-8712-5EB50EBC7BF5}" srcOrd="0" destOrd="0" presId="urn:microsoft.com/office/officeart/2005/8/layout/list1"/>
    <dgm:cxn modelId="{DB87E81D-0816-4EAD-98D6-92EEE1E57CE2}" srcId="{F6BAEAB9-D46C-48BA-BC33-93A33B9EFE18}" destId="{2D4C334C-4095-4DE0-A60E-26B497F5D08D}" srcOrd="1" destOrd="0" parTransId="{FBA85F54-48B7-4AD1-8AFC-973B7C708F7C}" sibTransId="{D9234778-925C-441D-A8DA-F745B2AC234C}"/>
    <dgm:cxn modelId="{CEECD42D-D24B-43AA-9240-755CDF54E83E}" type="presOf" srcId="{FB632D2C-8C6D-4D25-A597-352728E19249}" destId="{E453A9BB-B33F-4EAE-89B8-CAB1ED8BB3F4}" srcOrd="0" destOrd="0" presId="urn:microsoft.com/office/officeart/2005/8/layout/list1"/>
    <dgm:cxn modelId="{888CFD31-8059-4D83-B3D9-0403DB171E9F}" type="presOf" srcId="{294E9C6E-4DAE-4E4C-A8A5-5FFC5C180212}" destId="{DC126E45-B45B-4984-8712-5EB50EBC7BF5}" srcOrd="0" destOrd="3" presId="urn:microsoft.com/office/officeart/2005/8/layout/list1"/>
    <dgm:cxn modelId="{413D2935-E614-49C0-B694-1845907D7D67}" type="presOf" srcId="{7339C6ED-3741-4140-A227-81829FF839DB}" destId="{DD2A2A9D-EBBC-441D-991E-0BF5C22E4CB6}" srcOrd="1" destOrd="0" presId="urn:microsoft.com/office/officeart/2005/8/layout/list1"/>
    <dgm:cxn modelId="{22B3333D-25E5-4DF6-9E9E-B3FA687D9ACB}" type="presOf" srcId="{433A1DC5-EE09-4B16-8475-7B90614066E4}" destId="{C4A00EAB-F420-46E9-88AF-DF26246AF966}" srcOrd="1" destOrd="0" presId="urn:microsoft.com/office/officeart/2005/8/layout/list1"/>
    <dgm:cxn modelId="{E5D9F25B-D079-4392-8CEF-842DCC57AC02}" srcId="{FB632D2C-8C6D-4D25-A597-352728E19249}" destId="{638B3702-621C-4060-822B-063E44F5E1B9}" srcOrd="3" destOrd="0" parTransId="{5EBE6F1B-BD70-4E79-BF4D-F75D11A6530F}" sibTransId="{0AC2941E-FB01-4E11-A3AA-BC7287C76DEA}"/>
    <dgm:cxn modelId="{5FAF0F63-81AE-440F-8EE0-06A830EF6010}" srcId="{7617A519-506F-476B-9BE1-E3D7EC82B7B3}" destId="{2AAF0C6A-0A8B-477F-B47B-72488B960F7C}" srcOrd="0" destOrd="0" parTransId="{9A33CCB6-6ECC-42B2-81AD-6AB51E33B7F7}" sibTransId="{092E3FD5-44F3-4C88-93D6-C30229F88A61}"/>
    <dgm:cxn modelId="{83AF1046-B2FE-4BC2-A3EF-DD1819C16F13}" type="presOf" srcId="{9625C96F-37B3-4D63-91DB-E993FE81F089}" destId="{1E89DE43-7C76-4BBF-A18C-86B5BD2A176F}" srcOrd="0" destOrd="3" presId="urn:microsoft.com/office/officeart/2005/8/layout/list1"/>
    <dgm:cxn modelId="{546D7848-12E8-4504-90D1-1275F793E0DD}" type="presOf" srcId="{7339C6ED-3741-4140-A227-81829FF839DB}" destId="{56E0133A-165C-4F06-8132-61CC357A31B3}" srcOrd="0" destOrd="0" presId="urn:microsoft.com/office/officeart/2005/8/layout/list1"/>
    <dgm:cxn modelId="{C386BD4B-3EF8-4282-A413-0516153E9FFE}" type="presOf" srcId="{638B3702-621C-4060-822B-063E44F5E1B9}" destId="{94D8AEAA-1095-4D97-9169-02A2649F619C}" srcOrd="0" destOrd="0" presId="urn:microsoft.com/office/officeart/2005/8/layout/list1"/>
    <dgm:cxn modelId="{5CB9A04D-6AA4-48E1-BDEE-6AA3B3748AC0}" srcId="{638B3702-621C-4060-822B-063E44F5E1B9}" destId="{70819B19-483B-43BA-91AF-43A28B455D64}" srcOrd="0" destOrd="0" parTransId="{423B4500-5DA6-4868-89C6-07D9CD75195C}" sibTransId="{73023F22-D25C-409F-9CEC-BAA07DAD02E0}"/>
    <dgm:cxn modelId="{40BFC472-D458-4513-9E0C-4835C5554A9F}" srcId="{F6BAEAB9-D46C-48BA-BC33-93A33B9EFE18}" destId="{294E9C6E-4DAE-4E4C-A8A5-5FFC5C180212}" srcOrd="2" destOrd="0" parTransId="{30A692C5-8A67-4AB3-AE08-29590BD4E15C}" sibTransId="{F32A273A-6249-4B71-A204-F97C61E3BD03}"/>
    <dgm:cxn modelId="{90B3DD72-518B-45A1-A15F-649BD0F64C17}" srcId="{7339C6ED-3741-4140-A227-81829FF839DB}" destId="{F3EB6A0D-06CE-4A3C-9054-700F3E5F7A96}" srcOrd="1" destOrd="0" parTransId="{9A5C5D34-44D2-4B95-A988-683CFE1D9883}" sibTransId="{BB7CE157-420A-4E9D-949C-F6FAB728C319}"/>
    <dgm:cxn modelId="{5B936273-4A07-4A18-AD52-BD9D5398032B}" srcId="{638B3702-621C-4060-822B-063E44F5E1B9}" destId="{DFB11B38-B6F2-4A34-A5BD-300C91A6AEDA}" srcOrd="2" destOrd="0" parTransId="{690BB458-5867-44B7-BF27-8F2749FC0CA1}" sibTransId="{DB1854BA-3FBB-4697-9A3F-4AFB6E5147B7}"/>
    <dgm:cxn modelId="{31BC7555-9B9C-4051-B0A1-EA80FD23DE4F}" type="presOf" srcId="{DFB11B38-B6F2-4A34-A5BD-300C91A6AEDA}" destId="{ACB445A7-D9CE-438E-B87D-ED474DFC49D2}" srcOrd="0" destOrd="3" presId="urn:microsoft.com/office/officeart/2005/8/layout/list1"/>
    <dgm:cxn modelId="{3AC7285A-E944-4AF4-AB5B-74211344926D}" srcId="{7339C6ED-3741-4140-A227-81829FF839DB}" destId="{BF979E02-A8C4-480D-9AC4-647C7A0877D6}" srcOrd="2" destOrd="0" parTransId="{FA753090-97A5-4027-8E87-C2FE3EA1E073}" sibTransId="{2E275CEB-D7DF-4505-817D-3537B8EEC453}"/>
    <dgm:cxn modelId="{7D72F088-5F6C-4C13-B1BA-4966B7C7C7B8}" type="presOf" srcId="{BF979E02-A8C4-480D-9AC4-647C7A0877D6}" destId="{21599E20-5CAA-413F-AF82-531D45117AD6}" srcOrd="0" destOrd="3" presId="urn:microsoft.com/office/officeart/2005/8/layout/list1"/>
    <dgm:cxn modelId="{E1B3008F-F3E3-4DDA-99FE-D47E37265A55}" type="presOf" srcId="{70E78313-47D6-44F3-84BB-21329D8B645D}" destId="{1E89DE43-7C76-4BBF-A18C-86B5BD2A176F}" srcOrd="0" destOrd="0" presId="urn:microsoft.com/office/officeart/2005/8/layout/list1"/>
    <dgm:cxn modelId="{DEEC4992-A6AB-4963-A110-E7B2379585BF}" type="presOf" srcId="{2AAF0C6A-0A8B-477F-B47B-72488B960F7C}" destId="{ACB445A7-D9CE-438E-B87D-ED474DFC49D2}" srcOrd="0" destOrd="2" presId="urn:microsoft.com/office/officeart/2005/8/layout/list1"/>
    <dgm:cxn modelId="{A07C4393-827A-4112-9B4D-C70535C92B27}" srcId="{FB632D2C-8C6D-4D25-A597-352728E19249}" destId="{433A1DC5-EE09-4B16-8475-7B90614066E4}" srcOrd="0" destOrd="0" parTransId="{BE8D431D-7B69-49A8-B6BC-74D024E33231}" sibTransId="{C5BF5481-0F38-41FA-86B0-0245198DA255}"/>
    <dgm:cxn modelId="{C921C598-FF2B-4683-826D-C5867788F1C6}" srcId="{638B3702-621C-4060-822B-063E44F5E1B9}" destId="{7617A519-506F-476B-9BE1-E3D7EC82B7B3}" srcOrd="1" destOrd="0" parTransId="{1AAE23C5-32AD-47CA-928B-DCA53FA85996}" sibTransId="{4D7FD5A0-523F-430E-8471-8F4317FEC5D8}"/>
    <dgm:cxn modelId="{7E01E399-68DD-40F0-BCDD-68B3388C8F77}" type="presOf" srcId="{638B3702-621C-4060-822B-063E44F5E1B9}" destId="{748067D5-5F45-4326-B492-EC8713C6693A}" srcOrd="1" destOrd="0" presId="urn:microsoft.com/office/officeart/2005/8/layout/list1"/>
    <dgm:cxn modelId="{5FE2A1A9-32AD-480F-9E76-DFAFAC1BFABE}" type="presOf" srcId="{F6BAEAB9-D46C-48BA-BC33-93A33B9EFE18}" destId="{485FB2F1-358A-495C-ACB3-A62A174F8904}" srcOrd="0" destOrd="0" presId="urn:microsoft.com/office/officeart/2005/8/layout/list1"/>
    <dgm:cxn modelId="{958805B3-5711-42CA-99EF-2E19A54C5B9F}" type="presOf" srcId="{433A1DC5-EE09-4B16-8475-7B90614066E4}" destId="{3C26ACAE-5746-47F5-A75C-90A1DF13BD75}" srcOrd="0" destOrd="0" presId="urn:microsoft.com/office/officeart/2005/8/layout/list1"/>
    <dgm:cxn modelId="{EA92B2B3-3D98-4946-A79D-F9D6948D469B}" type="presOf" srcId="{7617A519-506F-476B-9BE1-E3D7EC82B7B3}" destId="{ACB445A7-D9CE-438E-B87D-ED474DFC49D2}" srcOrd="0" destOrd="1" presId="urn:microsoft.com/office/officeart/2005/8/layout/list1"/>
    <dgm:cxn modelId="{5CE0B6B3-DAFC-4938-9DE6-56B4DB3792C3}" srcId="{F3EB6A0D-06CE-4A3C-9054-700F3E5F7A96}" destId="{B9F2A652-0B52-436D-8B75-DD4620277775}" srcOrd="0" destOrd="0" parTransId="{55F9E113-0493-47F9-BAC5-14421711D886}" sibTransId="{860C9B9A-07BE-4656-8109-55AE0AA9E2B3}"/>
    <dgm:cxn modelId="{67347DB5-71E1-4003-85A9-8F302EBC54E3}" srcId="{2D4C334C-4095-4DE0-A60E-26B497F5D08D}" destId="{D8A69B7C-2B03-4DD7-87C5-37FCE1D57C4D}" srcOrd="0" destOrd="0" parTransId="{F500D16E-D970-4D3A-978D-8A028B65FD5E}" sibTransId="{CDD49C59-1DCC-409B-9087-43B2384BD7ED}"/>
    <dgm:cxn modelId="{85E8DBBB-9CB8-4C09-AAF2-FE9A4616E160}" srcId="{ADF0D95D-7A5C-438D-B136-7EDB54A28C7F}" destId="{358C7345-65A2-4F8A-AADE-C1E024AA9B05}" srcOrd="0" destOrd="0" parTransId="{EADD59D1-8E37-4188-940B-D506B42216B2}" sibTransId="{29FE4B34-9EF1-41BA-81CE-95F6BDA88FBA}"/>
    <dgm:cxn modelId="{19CB2BBC-BF12-44E1-A728-23F35FB3F80B}" type="presOf" srcId="{B9F2A652-0B52-436D-8B75-DD4620277775}" destId="{21599E20-5CAA-413F-AF82-531D45117AD6}" srcOrd="0" destOrd="2" presId="urn:microsoft.com/office/officeart/2005/8/layout/list1"/>
    <dgm:cxn modelId="{BBB42DC0-B4E9-429E-8ABB-CC2B2E77BFE5}" type="presOf" srcId="{2D4C334C-4095-4DE0-A60E-26B497F5D08D}" destId="{DC126E45-B45B-4984-8712-5EB50EBC7BF5}" srcOrd="0" destOrd="1" presId="urn:microsoft.com/office/officeart/2005/8/layout/list1"/>
    <dgm:cxn modelId="{A7FDF2C4-974C-41F1-BB28-3B440D9503E3}" srcId="{FB632D2C-8C6D-4D25-A597-352728E19249}" destId="{F6BAEAB9-D46C-48BA-BC33-93A33B9EFE18}" srcOrd="2" destOrd="0" parTransId="{4604B1AF-5635-4D3E-A77B-0E3DEB90F694}" sibTransId="{E21E2338-E2CB-4813-92A3-8EF2D4A85DA4}"/>
    <dgm:cxn modelId="{826970C8-703F-4623-BD7D-B2E6EE316CCA}" type="presOf" srcId="{803CF4B7-350C-4144-842E-71A5EAF60EDE}" destId="{21599E20-5CAA-413F-AF82-531D45117AD6}" srcOrd="0" destOrd="0" presId="urn:microsoft.com/office/officeart/2005/8/layout/list1"/>
    <dgm:cxn modelId="{BACCB4CA-4A60-431B-914B-1AA5499D49F7}" type="presOf" srcId="{D8A69B7C-2B03-4DD7-87C5-37FCE1D57C4D}" destId="{DC126E45-B45B-4984-8712-5EB50EBC7BF5}" srcOrd="0" destOrd="2" presId="urn:microsoft.com/office/officeart/2005/8/layout/list1"/>
    <dgm:cxn modelId="{F9E44CCE-0142-43DC-A174-D7F8CEDA60C0}" type="presOf" srcId="{358C7345-65A2-4F8A-AADE-C1E024AA9B05}" destId="{1E89DE43-7C76-4BBF-A18C-86B5BD2A176F}" srcOrd="0" destOrd="2" presId="urn:microsoft.com/office/officeart/2005/8/layout/list1"/>
    <dgm:cxn modelId="{3DD869D0-C3FB-4F8B-88B4-DF5E6E4E1660}" srcId="{433A1DC5-EE09-4B16-8475-7B90614066E4}" destId="{ADF0D95D-7A5C-438D-B136-7EDB54A28C7F}" srcOrd="1" destOrd="0" parTransId="{000FD10A-F2B3-41E5-8E11-0EF829E6EC33}" sibTransId="{3A617879-2048-4A7F-83FA-B4687482178B}"/>
    <dgm:cxn modelId="{99EA9CD9-39F6-4108-9900-35C6E977851A}" srcId="{F6BAEAB9-D46C-48BA-BC33-93A33B9EFE18}" destId="{D9F4407B-D3C9-4E50-AF63-0003403F4B39}" srcOrd="0" destOrd="0" parTransId="{E9DC2E69-F3C0-4432-B0F2-FFA0856DFC60}" sibTransId="{F85515FF-F890-42CB-81D4-3D654DD5EA51}"/>
    <dgm:cxn modelId="{B07A27E2-CC16-477F-94E3-2EE4A2C8E5C0}" srcId="{FB632D2C-8C6D-4D25-A597-352728E19249}" destId="{7339C6ED-3741-4140-A227-81829FF839DB}" srcOrd="1" destOrd="0" parTransId="{52AA8853-6500-4BBB-A9EB-554E74EA172A}" sibTransId="{69A10C5A-8C6C-4B00-985E-DA077EDA3BF2}"/>
    <dgm:cxn modelId="{5E92CDF1-A0B6-4CC1-ADB1-3FA03E6EF392}" srcId="{433A1DC5-EE09-4B16-8475-7B90614066E4}" destId="{70E78313-47D6-44F3-84BB-21329D8B645D}" srcOrd="0" destOrd="0" parTransId="{F3DF2370-4945-44BA-BE2C-13594BCBFA7B}" sibTransId="{BFA31227-D089-4DFD-99B9-A98A081E901F}"/>
    <dgm:cxn modelId="{AACFC8F9-61E5-4C39-B75B-2C95FD4750CE}" type="presOf" srcId="{70819B19-483B-43BA-91AF-43A28B455D64}" destId="{ACB445A7-D9CE-438E-B87D-ED474DFC49D2}" srcOrd="0" destOrd="0" presId="urn:microsoft.com/office/officeart/2005/8/layout/list1"/>
    <dgm:cxn modelId="{38C1E4FB-701C-4B7C-ADBB-D15C9194BCB3}" type="presOf" srcId="{ADF0D95D-7A5C-438D-B136-7EDB54A28C7F}" destId="{1E89DE43-7C76-4BBF-A18C-86B5BD2A176F}" srcOrd="0" destOrd="1" presId="urn:microsoft.com/office/officeart/2005/8/layout/list1"/>
    <dgm:cxn modelId="{BCC9E4FE-5DF3-422D-BF4F-FA1645AD82A4}" srcId="{433A1DC5-EE09-4B16-8475-7B90614066E4}" destId="{9625C96F-37B3-4D63-91DB-E993FE81F089}" srcOrd="2" destOrd="0" parTransId="{C2C4F147-1BF5-4C3B-BE37-F4CA7D3DFE79}" sibTransId="{55E34DA0-B277-4360-90C8-05DA1D9D82DD}"/>
    <dgm:cxn modelId="{27F0DE05-6D25-4E39-8418-ED7FC6A42724}" type="presParOf" srcId="{E453A9BB-B33F-4EAE-89B8-CAB1ED8BB3F4}" destId="{E511A6D3-255F-4683-870E-B472CF39962E}" srcOrd="0" destOrd="0" presId="urn:microsoft.com/office/officeart/2005/8/layout/list1"/>
    <dgm:cxn modelId="{B6635E04-1646-4D00-B0F8-5E870D28EB49}" type="presParOf" srcId="{E511A6D3-255F-4683-870E-B472CF39962E}" destId="{3C26ACAE-5746-47F5-A75C-90A1DF13BD75}" srcOrd="0" destOrd="0" presId="urn:microsoft.com/office/officeart/2005/8/layout/list1"/>
    <dgm:cxn modelId="{15C3BF14-582D-4E78-ACCF-32971BA9B871}" type="presParOf" srcId="{E511A6D3-255F-4683-870E-B472CF39962E}" destId="{C4A00EAB-F420-46E9-88AF-DF26246AF966}" srcOrd="1" destOrd="0" presId="urn:microsoft.com/office/officeart/2005/8/layout/list1"/>
    <dgm:cxn modelId="{FE294CA7-6FE8-44B5-BD0D-4869645101C5}" type="presParOf" srcId="{E453A9BB-B33F-4EAE-89B8-CAB1ED8BB3F4}" destId="{AEE54107-F8F6-4692-8EBC-C943EB9643B8}" srcOrd="1" destOrd="0" presId="urn:microsoft.com/office/officeart/2005/8/layout/list1"/>
    <dgm:cxn modelId="{C673D7C5-7241-49C7-BE0A-A7AC7FF37B2F}" type="presParOf" srcId="{E453A9BB-B33F-4EAE-89B8-CAB1ED8BB3F4}" destId="{1E89DE43-7C76-4BBF-A18C-86B5BD2A176F}" srcOrd="2" destOrd="0" presId="urn:microsoft.com/office/officeart/2005/8/layout/list1"/>
    <dgm:cxn modelId="{991213D0-0724-47C4-B283-897177933C2F}" type="presParOf" srcId="{E453A9BB-B33F-4EAE-89B8-CAB1ED8BB3F4}" destId="{A6106BAB-C9FF-41A4-8843-2B051DAB61ED}" srcOrd="3" destOrd="0" presId="urn:microsoft.com/office/officeart/2005/8/layout/list1"/>
    <dgm:cxn modelId="{1ACB8261-DE17-4A79-A7F1-ED3715D64EC7}" type="presParOf" srcId="{E453A9BB-B33F-4EAE-89B8-CAB1ED8BB3F4}" destId="{EA13CEBA-F162-4E01-ABAF-D09ABEEDEFE0}" srcOrd="4" destOrd="0" presId="urn:microsoft.com/office/officeart/2005/8/layout/list1"/>
    <dgm:cxn modelId="{A9E3EEEF-E485-4A3B-A84F-FEFEE6880D1B}" type="presParOf" srcId="{EA13CEBA-F162-4E01-ABAF-D09ABEEDEFE0}" destId="{56E0133A-165C-4F06-8132-61CC357A31B3}" srcOrd="0" destOrd="0" presId="urn:microsoft.com/office/officeart/2005/8/layout/list1"/>
    <dgm:cxn modelId="{2BBE6F75-1177-469D-9C68-8900B4245E1F}" type="presParOf" srcId="{EA13CEBA-F162-4E01-ABAF-D09ABEEDEFE0}" destId="{DD2A2A9D-EBBC-441D-991E-0BF5C22E4CB6}" srcOrd="1" destOrd="0" presId="urn:microsoft.com/office/officeart/2005/8/layout/list1"/>
    <dgm:cxn modelId="{FB6CA6CE-6026-4B02-BA80-6D9316887CE0}" type="presParOf" srcId="{E453A9BB-B33F-4EAE-89B8-CAB1ED8BB3F4}" destId="{71B2810C-B9F5-4B90-9B92-DA48F1C8F027}" srcOrd="5" destOrd="0" presId="urn:microsoft.com/office/officeart/2005/8/layout/list1"/>
    <dgm:cxn modelId="{F5472D91-65C3-4CEC-B033-2E27E6829356}" type="presParOf" srcId="{E453A9BB-B33F-4EAE-89B8-CAB1ED8BB3F4}" destId="{21599E20-5CAA-413F-AF82-531D45117AD6}" srcOrd="6" destOrd="0" presId="urn:microsoft.com/office/officeart/2005/8/layout/list1"/>
    <dgm:cxn modelId="{C040096F-966F-48D3-9FCB-5ABDE8EB8AAF}" type="presParOf" srcId="{E453A9BB-B33F-4EAE-89B8-CAB1ED8BB3F4}" destId="{747E9B30-F003-4310-81A8-A7AE4CBD36E8}" srcOrd="7" destOrd="0" presId="urn:microsoft.com/office/officeart/2005/8/layout/list1"/>
    <dgm:cxn modelId="{6971009F-D23C-4BDE-82D6-329B74D5C211}" type="presParOf" srcId="{E453A9BB-B33F-4EAE-89B8-CAB1ED8BB3F4}" destId="{3000C65A-83E2-4291-850D-14CF0D83CC18}" srcOrd="8" destOrd="0" presId="urn:microsoft.com/office/officeart/2005/8/layout/list1"/>
    <dgm:cxn modelId="{BFDE49FC-31C1-4457-9EC1-00BAE1A5EF1C}" type="presParOf" srcId="{3000C65A-83E2-4291-850D-14CF0D83CC18}" destId="{485FB2F1-358A-495C-ACB3-A62A174F8904}" srcOrd="0" destOrd="0" presId="urn:microsoft.com/office/officeart/2005/8/layout/list1"/>
    <dgm:cxn modelId="{49CB6349-C578-4CAA-B840-8ACE730307CD}" type="presParOf" srcId="{3000C65A-83E2-4291-850D-14CF0D83CC18}" destId="{15E8FDEC-519A-4C82-B8F0-811E582E2743}" srcOrd="1" destOrd="0" presId="urn:microsoft.com/office/officeart/2005/8/layout/list1"/>
    <dgm:cxn modelId="{2241A0C1-431E-4218-85E3-EC5FA8FFD5DF}" type="presParOf" srcId="{E453A9BB-B33F-4EAE-89B8-CAB1ED8BB3F4}" destId="{5D4D8EC4-4A5C-4C2F-BD71-5CAD58517A1E}" srcOrd="9" destOrd="0" presId="urn:microsoft.com/office/officeart/2005/8/layout/list1"/>
    <dgm:cxn modelId="{245F3BE3-E34D-4AB0-A4F1-BBC47255EC9F}" type="presParOf" srcId="{E453A9BB-B33F-4EAE-89B8-CAB1ED8BB3F4}" destId="{DC126E45-B45B-4984-8712-5EB50EBC7BF5}" srcOrd="10" destOrd="0" presId="urn:microsoft.com/office/officeart/2005/8/layout/list1"/>
    <dgm:cxn modelId="{C47E7959-4974-40C0-AFE8-E61329F275FD}" type="presParOf" srcId="{E453A9BB-B33F-4EAE-89B8-CAB1ED8BB3F4}" destId="{BEA7EB86-855D-4140-8D09-7D909C413455}" srcOrd="11" destOrd="0" presId="urn:microsoft.com/office/officeart/2005/8/layout/list1"/>
    <dgm:cxn modelId="{EDE1E1FA-B539-4D4F-8436-A093B57EB2AC}" type="presParOf" srcId="{E453A9BB-B33F-4EAE-89B8-CAB1ED8BB3F4}" destId="{4A7A0632-C519-49E8-A5CB-47A190F7B018}" srcOrd="12" destOrd="0" presId="urn:microsoft.com/office/officeart/2005/8/layout/list1"/>
    <dgm:cxn modelId="{CA08700F-04F8-47C4-9A59-03C10EBA21E5}" type="presParOf" srcId="{4A7A0632-C519-49E8-A5CB-47A190F7B018}" destId="{94D8AEAA-1095-4D97-9169-02A2649F619C}" srcOrd="0" destOrd="0" presId="urn:microsoft.com/office/officeart/2005/8/layout/list1"/>
    <dgm:cxn modelId="{DDD9B5FD-57DD-4C94-84A7-7A8F5FAC6018}" type="presParOf" srcId="{4A7A0632-C519-49E8-A5CB-47A190F7B018}" destId="{748067D5-5F45-4326-B492-EC8713C6693A}" srcOrd="1" destOrd="0" presId="urn:microsoft.com/office/officeart/2005/8/layout/list1"/>
    <dgm:cxn modelId="{C1E86E4B-471C-4DEB-B9D8-0E3E7C0327AC}" type="presParOf" srcId="{E453A9BB-B33F-4EAE-89B8-CAB1ED8BB3F4}" destId="{8D2D23B2-B3DC-4B9B-B5A7-D1DC69C1013C}" srcOrd="13" destOrd="0" presId="urn:microsoft.com/office/officeart/2005/8/layout/list1"/>
    <dgm:cxn modelId="{3122C377-7543-47E9-B209-3A50BBF0A8B1}" type="presParOf" srcId="{E453A9BB-B33F-4EAE-89B8-CAB1ED8BB3F4}" destId="{ACB445A7-D9CE-438E-B87D-ED474DFC49D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EDA31E-83D4-4E9B-AEC3-5E0DC991C68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BD3FCA-D91F-4303-83A2-0A1E3F0FE8A5}">
      <dgm:prSet custT="1"/>
      <dgm:spPr/>
      <dgm:t>
        <a:bodyPr/>
        <a:lstStyle/>
        <a:p>
          <a:r>
            <a:rPr lang="en-US" sz="2000" i="0" baseline="0" dirty="0"/>
            <a:t>Execute arithmetic:</a:t>
          </a:r>
          <a:endParaRPr lang="en-US" sz="2000" dirty="0"/>
        </a:p>
      </dgm:t>
    </dgm:pt>
    <dgm:pt modelId="{6CEAAAFC-2C3B-43AE-A64F-E2F472C818A5}" type="parTrans" cxnId="{E87BB06B-F365-42B0-95B8-BFD31DD2A728}">
      <dgm:prSet/>
      <dgm:spPr/>
      <dgm:t>
        <a:bodyPr/>
        <a:lstStyle/>
        <a:p>
          <a:endParaRPr lang="en-US"/>
        </a:p>
      </dgm:t>
    </dgm:pt>
    <dgm:pt modelId="{CC156F98-A12C-499A-BF97-A9B30F72567D}" type="sibTrans" cxnId="{E87BB06B-F365-42B0-95B8-BFD31DD2A72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EC98FD8-E1CE-435E-9F15-744C04453075}">
      <dgm:prSet custT="1"/>
      <dgm:spPr/>
      <dgm:t>
        <a:bodyPr/>
        <a:lstStyle/>
        <a:p>
          <a:r>
            <a:rPr lang="en-US" sz="2000" i="0" baseline="0" dirty="0"/>
            <a:t>{ "code": "5 * 3" } </a:t>
          </a:r>
          <a:endParaRPr lang="en-US" sz="2000" dirty="0"/>
        </a:p>
      </dgm:t>
    </dgm:pt>
    <dgm:pt modelId="{68397A4E-82CD-4FBE-BC40-A7F63CC7C603}" type="parTrans" cxnId="{8554A98E-D156-496F-BDA9-73DC24C97D61}">
      <dgm:prSet/>
      <dgm:spPr/>
      <dgm:t>
        <a:bodyPr/>
        <a:lstStyle/>
        <a:p>
          <a:endParaRPr lang="en-US"/>
        </a:p>
      </dgm:t>
    </dgm:pt>
    <dgm:pt modelId="{D717141A-51F7-4D91-A73F-4B32CB62848D}" type="sibTrans" cxnId="{8554A98E-D156-496F-BDA9-73DC24C97D61}">
      <dgm:prSet/>
      <dgm:spPr/>
      <dgm:t>
        <a:bodyPr/>
        <a:lstStyle/>
        <a:p>
          <a:endParaRPr lang="en-US"/>
        </a:p>
      </dgm:t>
    </dgm:pt>
    <dgm:pt modelId="{0052A01F-EA64-4625-A088-4100375AAE50}">
      <dgm:prSet custT="1"/>
      <dgm:spPr/>
      <dgm:t>
        <a:bodyPr/>
        <a:lstStyle/>
        <a:p>
          <a:r>
            <a:rPr lang="en-US" sz="2000" i="0" baseline="0" dirty="0"/>
            <a:t>Execute OS command:</a:t>
          </a:r>
          <a:endParaRPr lang="en-US" sz="2000" dirty="0"/>
        </a:p>
      </dgm:t>
    </dgm:pt>
    <dgm:pt modelId="{550EE15C-F672-4358-94ED-DA557705447A}" type="parTrans" cxnId="{A458D3D1-5482-4B9F-B376-486F9F3A3292}">
      <dgm:prSet/>
      <dgm:spPr/>
      <dgm:t>
        <a:bodyPr/>
        <a:lstStyle/>
        <a:p>
          <a:endParaRPr lang="en-US"/>
        </a:p>
      </dgm:t>
    </dgm:pt>
    <dgm:pt modelId="{5D5A8C4A-6546-401F-B1CF-1AFEDC88BB87}" type="sibTrans" cxnId="{A458D3D1-5482-4B9F-B376-486F9F3A329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AE23BF40-77B5-4DB8-9631-91E0F374B745}">
      <dgm:prSet custT="1"/>
      <dgm:spPr/>
      <dgm:t>
        <a:bodyPr/>
        <a:lstStyle/>
        <a:p>
          <a:r>
            <a:rPr lang="en-US" sz="2000" i="0" baseline="0" dirty="0"/>
            <a:t>{ "code": "__import__('</a:t>
          </a:r>
          <a:r>
            <a:rPr lang="en-US" sz="2000" i="0" baseline="0" dirty="0" err="1"/>
            <a:t>os</a:t>
          </a:r>
          <a:r>
            <a:rPr lang="en-US" sz="2000" i="0" baseline="0" dirty="0"/>
            <a:t>').system('</a:t>
          </a:r>
          <a:r>
            <a:rPr lang="en-US" sz="2000" i="0" baseline="0" dirty="0" err="1"/>
            <a:t>whoami</a:t>
          </a:r>
          <a:r>
            <a:rPr lang="en-US" sz="2000" i="0" baseline="0" dirty="0"/>
            <a:t>')" } </a:t>
          </a:r>
          <a:endParaRPr lang="en-US" sz="2000" dirty="0"/>
        </a:p>
      </dgm:t>
    </dgm:pt>
    <dgm:pt modelId="{BFE9F76F-E9EA-4077-9CD6-5089FC887E1B}" type="parTrans" cxnId="{A0588567-A6FD-418C-B00A-7100E0426901}">
      <dgm:prSet/>
      <dgm:spPr/>
      <dgm:t>
        <a:bodyPr/>
        <a:lstStyle/>
        <a:p>
          <a:endParaRPr lang="en-US"/>
        </a:p>
      </dgm:t>
    </dgm:pt>
    <dgm:pt modelId="{86B005A2-910A-441A-9296-B7005BB4BD0D}" type="sibTrans" cxnId="{A0588567-A6FD-418C-B00A-7100E0426901}">
      <dgm:prSet/>
      <dgm:spPr/>
      <dgm:t>
        <a:bodyPr/>
        <a:lstStyle/>
        <a:p>
          <a:endParaRPr lang="en-US"/>
        </a:p>
      </dgm:t>
    </dgm:pt>
    <dgm:pt modelId="{0736619D-0F83-4F64-BE03-D4F1CBE009FA}">
      <dgm:prSet custT="1"/>
      <dgm:spPr/>
      <dgm:t>
        <a:bodyPr/>
        <a:lstStyle/>
        <a:p>
          <a:r>
            <a:rPr lang="en-US" sz="2000" i="0" baseline="0" dirty="0"/>
            <a:t>Execute subprocess command:</a:t>
          </a:r>
          <a:endParaRPr lang="en-US" sz="2000" dirty="0"/>
        </a:p>
      </dgm:t>
    </dgm:pt>
    <dgm:pt modelId="{2B5CD174-9657-485A-9841-A4C3820BE937}" type="parTrans" cxnId="{324FE85A-99DE-4293-9D61-B3AB74721FD1}">
      <dgm:prSet/>
      <dgm:spPr/>
      <dgm:t>
        <a:bodyPr/>
        <a:lstStyle/>
        <a:p>
          <a:endParaRPr lang="en-US"/>
        </a:p>
      </dgm:t>
    </dgm:pt>
    <dgm:pt modelId="{CBE8EA29-AE21-4B77-9A53-9B3DA60C87C8}" type="sibTrans" cxnId="{324FE85A-99DE-4293-9D61-B3AB74721FD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0AD0879-B09B-4E82-B503-FFF9CDA529E2}">
      <dgm:prSet custT="1"/>
      <dgm:spPr/>
      <dgm:t>
        <a:bodyPr/>
        <a:lstStyle/>
        <a:p>
          <a:r>
            <a:rPr lang="en-US" sz="2000" i="0" baseline="0" dirty="0"/>
            <a:t>{ "code": "__import__('subprocess').</a:t>
          </a:r>
          <a:r>
            <a:rPr lang="en-US" sz="2000" i="0" baseline="0" dirty="0" err="1"/>
            <a:t>getoutput</a:t>
          </a:r>
          <a:r>
            <a:rPr lang="en-US" sz="2000" i="0" baseline="0" dirty="0"/>
            <a:t>('</a:t>
          </a:r>
          <a:r>
            <a:rPr lang="en-US" sz="2000" i="0" baseline="0" dirty="0" err="1"/>
            <a:t>whoami</a:t>
          </a:r>
          <a:r>
            <a:rPr lang="en-US" sz="2000" i="0" baseline="0" dirty="0"/>
            <a:t>')" }</a:t>
          </a:r>
          <a:endParaRPr lang="en-US" sz="2000" dirty="0"/>
        </a:p>
      </dgm:t>
    </dgm:pt>
    <dgm:pt modelId="{496EA7D4-2586-4103-9949-EEEFFB8C34EE}" type="parTrans" cxnId="{F100A2AD-AD63-43EA-9E1E-3ADD310BE3CB}">
      <dgm:prSet/>
      <dgm:spPr/>
      <dgm:t>
        <a:bodyPr/>
        <a:lstStyle/>
        <a:p>
          <a:endParaRPr lang="en-US"/>
        </a:p>
      </dgm:t>
    </dgm:pt>
    <dgm:pt modelId="{CEE5B56E-DA5E-4CF9-8031-CC659E03DF86}" type="sibTrans" cxnId="{F100A2AD-AD63-43EA-9E1E-3ADD310BE3CB}">
      <dgm:prSet/>
      <dgm:spPr/>
      <dgm:t>
        <a:bodyPr/>
        <a:lstStyle/>
        <a:p>
          <a:endParaRPr lang="en-US"/>
        </a:p>
      </dgm:t>
    </dgm:pt>
    <dgm:pt modelId="{F16B68A1-85A2-4591-A759-AC31D6004934}" type="pres">
      <dgm:prSet presAssocID="{DAEDA31E-83D4-4E9B-AEC3-5E0DC991C689}" presName="Name0" presStyleCnt="0">
        <dgm:presLayoutVars>
          <dgm:animLvl val="lvl"/>
          <dgm:resizeHandles val="exact"/>
        </dgm:presLayoutVars>
      </dgm:prSet>
      <dgm:spPr/>
    </dgm:pt>
    <dgm:pt modelId="{11EC3F87-7B6D-4E62-8AFC-21BDF65F95F5}" type="pres">
      <dgm:prSet presAssocID="{8FBD3FCA-D91F-4303-83A2-0A1E3F0FE8A5}" presName="compositeNode" presStyleCnt="0">
        <dgm:presLayoutVars>
          <dgm:bulletEnabled val="1"/>
        </dgm:presLayoutVars>
      </dgm:prSet>
      <dgm:spPr/>
    </dgm:pt>
    <dgm:pt modelId="{D025CCD6-6F46-4CF0-ABF5-ACD5F6B0851F}" type="pres">
      <dgm:prSet presAssocID="{8FBD3FCA-D91F-4303-83A2-0A1E3F0FE8A5}" presName="bgRect" presStyleLbl="alignNode1" presStyleIdx="0" presStyleCnt="3"/>
      <dgm:spPr/>
    </dgm:pt>
    <dgm:pt modelId="{B5C79D86-43CA-4232-9AA1-E771B4714027}" type="pres">
      <dgm:prSet presAssocID="{CC156F98-A12C-499A-BF97-A9B30F72567D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39B65B59-B739-4BA6-9B30-0532BB101310}" type="pres">
      <dgm:prSet presAssocID="{8FBD3FCA-D91F-4303-83A2-0A1E3F0FE8A5}" presName="nodeRect" presStyleLbl="alignNode1" presStyleIdx="0" presStyleCnt="3">
        <dgm:presLayoutVars>
          <dgm:bulletEnabled val="1"/>
        </dgm:presLayoutVars>
      </dgm:prSet>
      <dgm:spPr/>
    </dgm:pt>
    <dgm:pt modelId="{60B390CA-44D2-489F-A501-5638AF5DD062}" type="pres">
      <dgm:prSet presAssocID="{CC156F98-A12C-499A-BF97-A9B30F72567D}" presName="sibTrans" presStyleCnt="0"/>
      <dgm:spPr/>
    </dgm:pt>
    <dgm:pt modelId="{421BA269-D84B-43F1-96FE-5B45A8A047C9}" type="pres">
      <dgm:prSet presAssocID="{0052A01F-EA64-4625-A088-4100375AAE50}" presName="compositeNode" presStyleCnt="0">
        <dgm:presLayoutVars>
          <dgm:bulletEnabled val="1"/>
        </dgm:presLayoutVars>
      </dgm:prSet>
      <dgm:spPr/>
    </dgm:pt>
    <dgm:pt modelId="{A42E16B2-4D5D-48FA-BD62-8A52789AF9C1}" type="pres">
      <dgm:prSet presAssocID="{0052A01F-EA64-4625-A088-4100375AAE50}" presName="bgRect" presStyleLbl="alignNode1" presStyleIdx="1" presStyleCnt="3" custLinFactNeighborY="-241"/>
      <dgm:spPr/>
    </dgm:pt>
    <dgm:pt modelId="{B76ED1EF-6B1E-4BED-B029-013D5971A042}" type="pres">
      <dgm:prSet presAssocID="{5D5A8C4A-6546-401F-B1CF-1AFEDC88BB87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4C4B7B2A-67DD-4FF0-9D84-5FABA7E558AE}" type="pres">
      <dgm:prSet presAssocID="{0052A01F-EA64-4625-A088-4100375AAE50}" presName="nodeRect" presStyleLbl="alignNode1" presStyleIdx="1" presStyleCnt="3">
        <dgm:presLayoutVars>
          <dgm:bulletEnabled val="1"/>
        </dgm:presLayoutVars>
      </dgm:prSet>
      <dgm:spPr/>
    </dgm:pt>
    <dgm:pt modelId="{7DC8C54D-49D5-475A-8B27-6738A820DE13}" type="pres">
      <dgm:prSet presAssocID="{5D5A8C4A-6546-401F-B1CF-1AFEDC88BB87}" presName="sibTrans" presStyleCnt="0"/>
      <dgm:spPr/>
    </dgm:pt>
    <dgm:pt modelId="{B0351F08-FDD3-4F42-A0EB-575DD5190593}" type="pres">
      <dgm:prSet presAssocID="{0736619D-0F83-4F64-BE03-D4F1CBE009FA}" presName="compositeNode" presStyleCnt="0">
        <dgm:presLayoutVars>
          <dgm:bulletEnabled val="1"/>
        </dgm:presLayoutVars>
      </dgm:prSet>
      <dgm:spPr/>
    </dgm:pt>
    <dgm:pt modelId="{888E4F4B-2886-466A-9659-0588BB59D9FC}" type="pres">
      <dgm:prSet presAssocID="{0736619D-0F83-4F64-BE03-D4F1CBE009FA}" presName="bgRect" presStyleLbl="alignNode1" presStyleIdx="2" presStyleCnt="3"/>
      <dgm:spPr/>
    </dgm:pt>
    <dgm:pt modelId="{2CD71EC7-0E41-4558-8350-AF7731853F3D}" type="pres">
      <dgm:prSet presAssocID="{CBE8EA29-AE21-4B77-9A53-9B3DA60C87C8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544F00FB-2079-41A4-A609-1A6DA3E354E3}" type="pres">
      <dgm:prSet presAssocID="{0736619D-0F83-4F64-BE03-D4F1CBE009FA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50755D24-1C09-4303-B017-5B1A6607CB08}" type="presOf" srcId="{5D5A8C4A-6546-401F-B1CF-1AFEDC88BB87}" destId="{B76ED1EF-6B1E-4BED-B029-013D5971A042}" srcOrd="0" destOrd="0" presId="urn:microsoft.com/office/officeart/2016/7/layout/LinearBlockProcessNumbered"/>
    <dgm:cxn modelId="{947D3930-5900-4412-971D-AF5D25F1365E}" type="presOf" srcId="{8FBD3FCA-D91F-4303-83A2-0A1E3F0FE8A5}" destId="{39B65B59-B739-4BA6-9B30-0532BB101310}" srcOrd="1" destOrd="0" presId="urn:microsoft.com/office/officeart/2016/7/layout/LinearBlockProcessNumbered"/>
    <dgm:cxn modelId="{156E193F-A083-46FD-861E-10E04EDA97D7}" type="presOf" srcId="{CC156F98-A12C-499A-BF97-A9B30F72567D}" destId="{B5C79D86-43CA-4232-9AA1-E771B4714027}" srcOrd="0" destOrd="0" presId="urn:microsoft.com/office/officeart/2016/7/layout/LinearBlockProcessNumbered"/>
    <dgm:cxn modelId="{A0588567-A6FD-418C-B00A-7100E0426901}" srcId="{0052A01F-EA64-4625-A088-4100375AAE50}" destId="{AE23BF40-77B5-4DB8-9631-91E0F374B745}" srcOrd="0" destOrd="0" parTransId="{BFE9F76F-E9EA-4077-9CD6-5089FC887E1B}" sibTransId="{86B005A2-910A-441A-9296-B7005BB4BD0D}"/>
    <dgm:cxn modelId="{A92B2A49-76A5-4559-8F20-080A8232CDBF}" type="presOf" srcId="{CBE8EA29-AE21-4B77-9A53-9B3DA60C87C8}" destId="{2CD71EC7-0E41-4558-8350-AF7731853F3D}" srcOrd="0" destOrd="0" presId="urn:microsoft.com/office/officeart/2016/7/layout/LinearBlockProcessNumbered"/>
    <dgm:cxn modelId="{E87BB06B-F365-42B0-95B8-BFD31DD2A728}" srcId="{DAEDA31E-83D4-4E9B-AEC3-5E0DC991C689}" destId="{8FBD3FCA-D91F-4303-83A2-0A1E3F0FE8A5}" srcOrd="0" destOrd="0" parTransId="{6CEAAAFC-2C3B-43AE-A64F-E2F472C818A5}" sibTransId="{CC156F98-A12C-499A-BF97-A9B30F72567D}"/>
    <dgm:cxn modelId="{AD22D36B-2965-4F76-928E-B0804ABE0102}" type="presOf" srcId="{0736619D-0F83-4F64-BE03-D4F1CBE009FA}" destId="{544F00FB-2079-41A4-A609-1A6DA3E354E3}" srcOrd="1" destOrd="0" presId="urn:microsoft.com/office/officeart/2016/7/layout/LinearBlockProcessNumbered"/>
    <dgm:cxn modelId="{324FE85A-99DE-4293-9D61-B3AB74721FD1}" srcId="{DAEDA31E-83D4-4E9B-AEC3-5E0DC991C689}" destId="{0736619D-0F83-4F64-BE03-D4F1CBE009FA}" srcOrd="2" destOrd="0" parTransId="{2B5CD174-9657-485A-9841-A4C3820BE937}" sibTransId="{CBE8EA29-AE21-4B77-9A53-9B3DA60C87C8}"/>
    <dgm:cxn modelId="{8554A98E-D156-496F-BDA9-73DC24C97D61}" srcId="{8FBD3FCA-D91F-4303-83A2-0A1E3F0FE8A5}" destId="{DEC98FD8-E1CE-435E-9F15-744C04453075}" srcOrd="0" destOrd="0" parTransId="{68397A4E-82CD-4FBE-BC40-A7F63CC7C603}" sibTransId="{D717141A-51F7-4D91-A73F-4B32CB62848D}"/>
    <dgm:cxn modelId="{F100A2AD-AD63-43EA-9E1E-3ADD310BE3CB}" srcId="{0736619D-0F83-4F64-BE03-D4F1CBE009FA}" destId="{90AD0879-B09B-4E82-B503-FFF9CDA529E2}" srcOrd="0" destOrd="0" parTransId="{496EA7D4-2586-4103-9949-EEEFFB8C34EE}" sibTransId="{CEE5B56E-DA5E-4CF9-8031-CC659E03DF86}"/>
    <dgm:cxn modelId="{1734E2B1-4D25-4A89-8987-116C967B9E45}" type="presOf" srcId="{8FBD3FCA-D91F-4303-83A2-0A1E3F0FE8A5}" destId="{D025CCD6-6F46-4CF0-ABF5-ACD5F6B0851F}" srcOrd="0" destOrd="0" presId="urn:microsoft.com/office/officeart/2016/7/layout/LinearBlockProcessNumbered"/>
    <dgm:cxn modelId="{BDEFBFB3-2273-430A-B93F-966740227F4B}" type="presOf" srcId="{90AD0879-B09B-4E82-B503-FFF9CDA529E2}" destId="{544F00FB-2079-41A4-A609-1A6DA3E354E3}" srcOrd="0" destOrd="1" presId="urn:microsoft.com/office/officeart/2016/7/layout/LinearBlockProcessNumbered"/>
    <dgm:cxn modelId="{A64B30C4-3F7C-474F-B5A8-C00482FF53F6}" type="presOf" srcId="{0052A01F-EA64-4625-A088-4100375AAE50}" destId="{A42E16B2-4D5D-48FA-BD62-8A52789AF9C1}" srcOrd="0" destOrd="0" presId="urn:microsoft.com/office/officeart/2016/7/layout/LinearBlockProcessNumbered"/>
    <dgm:cxn modelId="{A458D3D1-5482-4B9F-B376-486F9F3A3292}" srcId="{DAEDA31E-83D4-4E9B-AEC3-5E0DC991C689}" destId="{0052A01F-EA64-4625-A088-4100375AAE50}" srcOrd="1" destOrd="0" parTransId="{550EE15C-F672-4358-94ED-DA557705447A}" sibTransId="{5D5A8C4A-6546-401F-B1CF-1AFEDC88BB87}"/>
    <dgm:cxn modelId="{F06573DF-B3CF-4EB8-AA7F-648901BFC6CF}" type="presOf" srcId="{AE23BF40-77B5-4DB8-9631-91E0F374B745}" destId="{4C4B7B2A-67DD-4FF0-9D84-5FABA7E558AE}" srcOrd="0" destOrd="1" presId="urn:microsoft.com/office/officeart/2016/7/layout/LinearBlockProcessNumbered"/>
    <dgm:cxn modelId="{364048E2-54F0-4C73-ADE1-EC090CFBBCF5}" type="presOf" srcId="{DEC98FD8-E1CE-435E-9F15-744C04453075}" destId="{39B65B59-B739-4BA6-9B30-0532BB101310}" srcOrd="0" destOrd="1" presId="urn:microsoft.com/office/officeart/2016/7/layout/LinearBlockProcessNumbered"/>
    <dgm:cxn modelId="{FC76E2E5-BC03-47FC-9836-4EB42E3C12CB}" type="presOf" srcId="{DAEDA31E-83D4-4E9B-AEC3-5E0DC991C689}" destId="{F16B68A1-85A2-4591-A759-AC31D6004934}" srcOrd="0" destOrd="0" presId="urn:microsoft.com/office/officeart/2016/7/layout/LinearBlockProcessNumbered"/>
    <dgm:cxn modelId="{05B646FB-FF92-4AC4-B63B-521C2D9D9C9B}" type="presOf" srcId="{0736619D-0F83-4F64-BE03-D4F1CBE009FA}" destId="{888E4F4B-2886-466A-9659-0588BB59D9FC}" srcOrd="0" destOrd="0" presId="urn:microsoft.com/office/officeart/2016/7/layout/LinearBlockProcessNumbered"/>
    <dgm:cxn modelId="{F4F34AFB-82EF-4F7E-9ADB-9857EF6439D0}" type="presOf" srcId="{0052A01F-EA64-4625-A088-4100375AAE50}" destId="{4C4B7B2A-67DD-4FF0-9D84-5FABA7E558AE}" srcOrd="1" destOrd="0" presId="urn:microsoft.com/office/officeart/2016/7/layout/LinearBlockProcessNumbered"/>
    <dgm:cxn modelId="{CDCD4E9D-9774-4E3B-95D3-75D663473B24}" type="presParOf" srcId="{F16B68A1-85A2-4591-A759-AC31D6004934}" destId="{11EC3F87-7B6D-4E62-8AFC-21BDF65F95F5}" srcOrd="0" destOrd="0" presId="urn:microsoft.com/office/officeart/2016/7/layout/LinearBlockProcessNumbered"/>
    <dgm:cxn modelId="{2C4550FE-2881-46E9-B885-84A8118A4AE7}" type="presParOf" srcId="{11EC3F87-7B6D-4E62-8AFC-21BDF65F95F5}" destId="{D025CCD6-6F46-4CF0-ABF5-ACD5F6B0851F}" srcOrd="0" destOrd="0" presId="urn:microsoft.com/office/officeart/2016/7/layout/LinearBlockProcessNumbered"/>
    <dgm:cxn modelId="{C3242D27-A980-4E8F-9134-C1E101751E50}" type="presParOf" srcId="{11EC3F87-7B6D-4E62-8AFC-21BDF65F95F5}" destId="{B5C79D86-43CA-4232-9AA1-E771B4714027}" srcOrd="1" destOrd="0" presId="urn:microsoft.com/office/officeart/2016/7/layout/LinearBlockProcessNumbered"/>
    <dgm:cxn modelId="{1F8DE077-16F7-4204-9DBE-EA2A0974E48D}" type="presParOf" srcId="{11EC3F87-7B6D-4E62-8AFC-21BDF65F95F5}" destId="{39B65B59-B739-4BA6-9B30-0532BB101310}" srcOrd="2" destOrd="0" presId="urn:microsoft.com/office/officeart/2016/7/layout/LinearBlockProcessNumbered"/>
    <dgm:cxn modelId="{63572302-C12A-475D-9CD1-22A0EAC2659B}" type="presParOf" srcId="{F16B68A1-85A2-4591-A759-AC31D6004934}" destId="{60B390CA-44D2-489F-A501-5638AF5DD062}" srcOrd="1" destOrd="0" presId="urn:microsoft.com/office/officeart/2016/7/layout/LinearBlockProcessNumbered"/>
    <dgm:cxn modelId="{2C0DA6E8-16FC-45E7-A364-CBBF02A4FE83}" type="presParOf" srcId="{F16B68A1-85A2-4591-A759-AC31D6004934}" destId="{421BA269-D84B-43F1-96FE-5B45A8A047C9}" srcOrd="2" destOrd="0" presId="urn:microsoft.com/office/officeart/2016/7/layout/LinearBlockProcessNumbered"/>
    <dgm:cxn modelId="{C9FEA72B-E36A-46FC-9703-64F81DFEE246}" type="presParOf" srcId="{421BA269-D84B-43F1-96FE-5B45A8A047C9}" destId="{A42E16B2-4D5D-48FA-BD62-8A52789AF9C1}" srcOrd="0" destOrd="0" presId="urn:microsoft.com/office/officeart/2016/7/layout/LinearBlockProcessNumbered"/>
    <dgm:cxn modelId="{177589C5-D3B3-4EB0-B13B-CEAC02514A03}" type="presParOf" srcId="{421BA269-D84B-43F1-96FE-5B45A8A047C9}" destId="{B76ED1EF-6B1E-4BED-B029-013D5971A042}" srcOrd="1" destOrd="0" presId="urn:microsoft.com/office/officeart/2016/7/layout/LinearBlockProcessNumbered"/>
    <dgm:cxn modelId="{4AF46120-97A7-432A-A206-A7E6F715AB9D}" type="presParOf" srcId="{421BA269-D84B-43F1-96FE-5B45A8A047C9}" destId="{4C4B7B2A-67DD-4FF0-9D84-5FABA7E558AE}" srcOrd="2" destOrd="0" presId="urn:microsoft.com/office/officeart/2016/7/layout/LinearBlockProcessNumbered"/>
    <dgm:cxn modelId="{ED43CD31-E857-4C67-81CE-5C310766B99D}" type="presParOf" srcId="{F16B68A1-85A2-4591-A759-AC31D6004934}" destId="{7DC8C54D-49D5-475A-8B27-6738A820DE13}" srcOrd="3" destOrd="0" presId="urn:microsoft.com/office/officeart/2016/7/layout/LinearBlockProcessNumbered"/>
    <dgm:cxn modelId="{C14414D7-327D-4DC3-9675-C14F9B46734A}" type="presParOf" srcId="{F16B68A1-85A2-4591-A759-AC31D6004934}" destId="{B0351F08-FDD3-4F42-A0EB-575DD5190593}" srcOrd="4" destOrd="0" presId="urn:microsoft.com/office/officeart/2016/7/layout/LinearBlockProcessNumbered"/>
    <dgm:cxn modelId="{BD0DFEA4-A6E1-4660-BD5A-85BB4177220D}" type="presParOf" srcId="{B0351F08-FDD3-4F42-A0EB-575DD5190593}" destId="{888E4F4B-2886-466A-9659-0588BB59D9FC}" srcOrd="0" destOrd="0" presId="urn:microsoft.com/office/officeart/2016/7/layout/LinearBlockProcessNumbered"/>
    <dgm:cxn modelId="{D322DC2B-0545-467F-8551-0AC4CFF7B370}" type="presParOf" srcId="{B0351F08-FDD3-4F42-A0EB-575DD5190593}" destId="{2CD71EC7-0E41-4558-8350-AF7731853F3D}" srcOrd="1" destOrd="0" presId="urn:microsoft.com/office/officeart/2016/7/layout/LinearBlockProcessNumbered"/>
    <dgm:cxn modelId="{FE872B58-BD53-484D-97D1-E11A2143259A}" type="presParOf" srcId="{B0351F08-FDD3-4F42-A0EB-575DD5190593}" destId="{544F00FB-2079-41A4-A609-1A6DA3E354E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7E31D5-C300-473F-B3BD-1E89ABC42321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F506B95-0736-4A82-9A42-FE404B1915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 dirty="0"/>
            <a:t>Base URL: </a:t>
          </a:r>
          <a:r>
            <a:rPr lang="en-US" i="0" baseline="0" dirty="0">
              <a:hlinkClick xmlns:r="http://schemas.openxmlformats.org/officeDocument/2006/relationships" r:id="rId1"/>
            </a:rPr>
            <a:t>http://localhost:5000/test_all_vulnerabilities</a:t>
          </a:r>
          <a:endParaRPr lang="en-US" i="0" baseline="0" dirty="0"/>
        </a:p>
      </dgm:t>
    </dgm:pt>
    <dgm:pt modelId="{B6822883-D75C-4972-AB15-4C013588C4FC}" type="parTrans" cxnId="{69DF7F4D-90C9-4DCD-A189-50875FA3880F}">
      <dgm:prSet/>
      <dgm:spPr/>
      <dgm:t>
        <a:bodyPr/>
        <a:lstStyle/>
        <a:p>
          <a:endParaRPr lang="en-US"/>
        </a:p>
      </dgm:t>
    </dgm:pt>
    <dgm:pt modelId="{0BD1B957-0E4D-4325-80C1-C496173D4F1D}" type="sibTrans" cxnId="{69DF7F4D-90C9-4DCD-A189-50875FA388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957190-D766-4BED-B3A5-334721D3AA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Use POST method</a:t>
          </a:r>
          <a:endParaRPr lang="en-US"/>
        </a:p>
      </dgm:t>
    </dgm:pt>
    <dgm:pt modelId="{10DA431B-1D4B-4B59-A9C0-9C66B3C94668}" type="parTrans" cxnId="{D09CEED5-6E7F-4EA8-8EAB-5DF28360B6C3}">
      <dgm:prSet/>
      <dgm:spPr/>
      <dgm:t>
        <a:bodyPr/>
        <a:lstStyle/>
        <a:p>
          <a:endParaRPr lang="en-US"/>
        </a:p>
      </dgm:t>
    </dgm:pt>
    <dgm:pt modelId="{DB3B9957-7075-4A38-A3EE-BCEF2096CF0D}" type="sibTrans" cxnId="{D09CEED5-6E7F-4EA8-8EAB-5DF28360B6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609B619-F23F-498C-901C-4AA918D3D0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Content-Type: application/json</a:t>
          </a:r>
          <a:endParaRPr lang="en-US"/>
        </a:p>
      </dgm:t>
    </dgm:pt>
    <dgm:pt modelId="{1A028B56-0054-4E9F-BA4F-F41A5B94B544}" type="parTrans" cxnId="{65F667C7-2F18-4265-9E4E-3443B5276C70}">
      <dgm:prSet/>
      <dgm:spPr/>
      <dgm:t>
        <a:bodyPr/>
        <a:lstStyle/>
        <a:p>
          <a:endParaRPr lang="en-US"/>
        </a:p>
      </dgm:t>
    </dgm:pt>
    <dgm:pt modelId="{F4425E8A-0887-49F4-9EE8-2C03D151905D}" type="sibTrans" cxnId="{65F667C7-2F18-4265-9E4E-3443B5276C7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CE7EDB4-E2F1-4FAB-B237-69F8A65223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Command Injection Specific URL:</a:t>
          </a:r>
          <a:endParaRPr lang="en-US"/>
        </a:p>
      </dgm:t>
    </dgm:pt>
    <dgm:pt modelId="{37845079-25EA-4337-8712-704208D88EFD}" type="parTrans" cxnId="{6884AB1C-C5D3-42B0-A5F1-9A6CA0A55DB4}">
      <dgm:prSet/>
      <dgm:spPr/>
      <dgm:t>
        <a:bodyPr/>
        <a:lstStyle/>
        <a:p>
          <a:endParaRPr lang="en-US"/>
        </a:p>
      </dgm:t>
    </dgm:pt>
    <dgm:pt modelId="{BBF95A8C-5503-43E2-8FF7-36549062EE87}" type="sibTrans" cxnId="{6884AB1C-C5D3-42B0-A5F1-9A6CA0A55DB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ECE2F5C-9431-4A96-9C62-168BBB57B0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 dirty="0"/>
            <a:t>http://localhost:5000/execute</a:t>
          </a:r>
          <a:endParaRPr lang="en-US" dirty="0"/>
        </a:p>
      </dgm:t>
    </dgm:pt>
    <dgm:pt modelId="{6EB106B9-4A13-4716-9F63-B7D72EA2148F}" type="parTrans" cxnId="{C5128803-8BEF-4F4D-A6A3-77C134AFEE51}">
      <dgm:prSet/>
      <dgm:spPr/>
      <dgm:t>
        <a:bodyPr/>
        <a:lstStyle/>
        <a:p>
          <a:endParaRPr lang="en-US"/>
        </a:p>
      </dgm:t>
    </dgm:pt>
    <dgm:pt modelId="{13E9C38E-66B2-4697-B99A-17FAE3B44F8A}" type="sibTrans" cxnId="{C5128803-8BEF-4F4D-A6A3-77C134AFEE51}">
      <dgm:prSet/>
      <dgm:spPr/>
      <dgm:t>
        <a:bodyPr/>
        <a:lstStyle/>
        <a:p>
          <a:endParaRPr lang="en-US"/>
        </a:p>
      </dgm:t>
    </dgm:pt>
    <dgm:pt modelId="{D370AEBE-3B73-4025-8999-C16C1FF26C35}" type="pres">
      <dgm:prSet presAssocID="{3F7E31D5-C300-473F-B3BD-1E89ABC42321}" presName="outerComposite" presStyleCnt="0">
        <dgm:presLayoutVars>
          <dgm:chMax val="5"/>
          <dgm:dir/>
          <dgm:resizeHandles val="exact"/>
        </dgm:presLayoutVars>
      </dgm:prSet>
      <dgm:spPr/>
    </dgm:pt>
    <dgm:pt modelId="{9257C862-00A7-4D4D-AB1D-E457C765835B}" type="pres">
      <dgm:prSet presAssocID="{3F7E31D5-C300-473F-B3BD-1E89ABC42321}" presName="dummyMaxCanvas" presStyleCnt="0">
        <dgm:presLayoutVars/>
      </dgm:prSet>
      <dgm:spPr/>
    </dgm:pt>
    <dgm:pt modelId="{5FA128D5-CF53-4004-A63A-F4D230CF6917}" type="pres">
      <dgm:prSet presAssocID="{3F7E31D5-C300-473F-B3BD-1E89ABC42321}" presName="FiveNodes_1" presStyleLbl="node1" presStyleIdx="0" presStyleCnt="5">
        <dgm:presLayoutVars>
          <dgm:bulletEnabled val="1"/>
        </dgm:presLayoutVars>
      </dgm:prSet>
      <dgm:spPr/>
    </dgm:pt>
    <dgm:pt modelId="{F6307770-43F4-4CE9-8331-54A17D28D621}" type="pres">
      <dgm:prSet presAssocID="{3F7E31D5-C300-473F-B3BD-1E89ABC42321}" presName="FiveNodes_2" presStyleLbl="node1" presStyleIdx="1" presStyleCnt="5">
        <dgm:presLayoutVars>
          <dgm:bulletEnabled val="1"/>
        </dgm:presLayoutVars>
      </dgm:prSet>
      <dgm:spPr/>
    </dgm:pt>
    <dgm:pt modelId="{50D6CCD8-5190-47FF-9304-A7666437ADE9}" type="pres">
      <dgm:prSet presAssocID="{3F7E31D5-C300-473F-B3BD-1E89ABC42321}" presName="FiveNodes_3" presStyleLbl="node1" presStyleIdx="2" presStyleCnt="5">
        <dgm:presLayoutVars>
          <dgm:bulletEnabled val="1"/>
        </dgm:presLayoutVars>
      </dgm:prSet>
      <dgm:spPr/>
    </dgm:pt>
    <dgm:pt modelId="{71E465DB-630D-4062-A31D-8DBC5CE56E2A}" type="pres">
      <dgm:prSet presAssocID="{3F7E31D5-C300-473F-B3BD-1E89ABC42321}" presName="FiveNodes_4" presStyleLbl="node1" presStyleIdx="3" presStyleCnt="5">
        <dgm:presLayoutVars>
          <dgm:bulletEnabled val="1"/>
        </dgm:presLayoutVars>
      </dgm:prSet>
      <dgm:spPr/>
    </dgm:pt>
    <dgm:pt modelId="{8F654A7B-05DF-43BF-818E-6C88B82D1438}" type="pres">
      <dgm:prSet presAssocID="{3F7E31D5-C300-473F-B3BD-1E89ABC42321}" presName="FiveNodes_5" presStyleLbl="node1" presStyleIdx="4" presStyleCnt="5">
        <dgm:presLayoutVars>
          <dgm:bulletEnabled val="1"/>
        </dgm:presLayoutVars>
      </dgm:prSet>
      <dgm:spPr/>
    </dgm:pt>
    <dgm:pt modelId="{55DD55C8-1762-4066-AC90-6A4E40BB4E7E}" type="pres">
      <dgm:prSet presAssocID="{3F7E31D5-C300-473F-B3BD-1E89ABC42321}" presName="FiveConn_1-2" presStyleLbl="fgAccFollowNode1" presStyleIdx="0" presStyleCnt="4">
        <dgm:presLayoutVars>
          <dgm:bulletEnabled val="1"/>
        </dgm:presLayoutVars>
      </dgm:prSet>
      <dgm:spPr/>
    </dgm:pt>
    <dgm:pt modelId="{88157651-6F3F-4F09-98F5-DB444604746F}" type="pres">
      <dgm:prSet presAssocID="{3F7E31D5-C300-473F-B3BD-1E89ABC42321}" presName="FiveConn_2-3" presStyleLbl="fgAccFollowNode1" presStyleIdx="1" presStyleCnt="4">
        <dgm:presLayoutVars>
          <dgm:bulletEnabled val="1"/>
        </dgm:presLayoutVars>
      </dgm:prSet>
      <dgm:spPr/>
    </dgm:pt>
    <dgm:pt modelId="{FCED7FE6-B61D-41EA-A4A6-DA62844ADC27}" type="pres">
      <dgm:prSet presAssocID="{3F7E31D5-C300-473F-B3BD-1E89ABC42321}" presName="FiveConn_3-4" presStyleLbl="fgAccFollowNode1" presStyleIdx="2" presStyleCnt="4">
        <dgm:presLayoutVars>
          <dgm:bulletEnabled val="1"/>
        </dgm:presLayoutVars>
      </dgm:prSet>
      <dgm:spPr/>
    </dgm:pt>
    <dgm:pt modelId="{AB6CE0D0-35EF-4E96-A123-1581146C684E}" type="pres">
      <dgm:prSet presAssocID="{3F7E31D5-C300-473F-B3BD-1E89ABC42321}" presName="FiveConn_4-5" presStyleLbl="fgAccFollowNode1" presStyleIdx="3" presStyleCnt="4">
        <dgm:presLayoutVars>
          <dgm:bulletEnabled val="1"/>
        </dgm:presLayoutVars>
      </dgm:prSet>
      <dgm:spPr/>
    </dgm:pt>
    <dgm:pt modelId="{801D0A31-00FB-425B-BAC8-F47D3D443397}" type="pres">
      <dgm:prSet presAssocID="{3F7E31D5-C300-473F-B3BD-1E89ABC42321}" presName="FiveNodes_1_text" presStyleLbl="node1" presStyleIdx="4" presStyleCnt="5">
        <dgm:presLayoutVars>
          <dgm:bulletEnabled val="1"/>
        </dgm:presLayoutVars>
      </dgm:prSet>
      <dgm:spPr/>
    </dgm:pt>
    <dgm:pt modelId="{D1CDE3B4-4474-45ED-8DA1-CC160062C78E}" type="pres">
      <dgm:prSet presAssocID="{3F7E31D5-C300-473F-B3BD-1E89ABC42321}" presName="FiveNodes_2_text" presStyleLbl="node1" presStyleIdx="4" presStyleCnt="5">
        <dgm:presLayoutVars>
          <dgm:bulletEnabled val="1"/>
        </dgm:presLayoutVars>
      </dgm:prSet>
      <dgm:spPr/>
    </dgm:pt>
    <dgm:pt modelId="{03903327-0D8F-41F5-A786-BC672EFB6268}" type="pres">
      <dgm:prSet presAssocID="{3F7E31D5-C300-473F-B3BD-1E89ABC42321}" presName="FiveNodes_3_text" presStyleLbl="node1" presStyleIdx="4" presStyleCnt="5">
        <dgm:presLayoutVars>
          <dgm:bulletEnabled val="1"/>
        </dgm:presLayoutVars>
      </dgm:prSet>
      <dgm:spPr/>
    </dgm:pt>
    <dgm:pt modelId="{0B1A89EB-574B-45DA-BE71-49323478984C}" type="pres">
      <dgm:prSet presAssocID="{3F7E31D5-C300-473F-B3BD-1E89ABC42321}" presName="FiveNodes_4_text" presStyleLbl="node1" presStyleIdx="4" presStyleCnt="5">
        <dgm:presLayoutVars>
          <dgm:bulletEnabled val="1"/>
        </dgm:presLayoutVars>
      </dgm:prSet>
      <dgm:spPr/>
    </dgm:pt>
    <dgm:pt modelId="{0E0C18C7-CDCF-408A-821D-24813634F3CC}" type="pres">
      <dgm:prSet presAssocID="{3F7E31D5-C300-473F-B3BD-1E89ABC4232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5128803-8BEF-4F4D-A6A3-77C134AFEE51}" srcId="{3F7E31D5-C300-473F-B3BD-1E89ABC42321}" destId="{8ECE2F5C-9431-4A96-9C62-168BBB57B083}" srcOrd="4" destOrd="0" parTransId="{6EB106B9-4A13-4716-9F63-B7D72EA2148F}" sibTransId="{13E9C38E-66B2-4697-B99A-17FAE3B44F8A}"/>
    <dgm:cxn modelId="{6884AB1C-C5D3-42B0-A5F1-9A6CA0A55DB4}" srcId="{3F7E31D5-C300-473F-B3BD-1E89ABC42321}" destId="{DCE7EDB4-E2F1-4FAB-B237-69F8A652234C}" srcOrd="3" destOrd="0" parTransId="{37845079-25EA-4337-8712-704208D88EFD}" sibTransId="{BBF95A8C-5503-43E2-8FF7-36549062EE87}"/>
    <dgm:cxn modelId="{7C6DAB5E-438B-4955-8D75-25873DA85288}" type="presOf" srcId="{F4425E8A-0887-49F4-9EE8-2C03D151905D}" destId="{FCED7FE6-B61D-41EA-A4A6-DA62844ADC27}" srcOrd="0" destOrd="0" presId="urn:microsoft.com/office/officeart/2005/8/layout/vProcess5"/>
    <dgm:cxn modelId="{332C404D-51F4-4BF4-B3EC-5CD73681B086}" type="presOf" srcId="{0BD1B957-0E4D-4325-80C1-C496173D4F1D}" destId="{55DD55C8-1762-4066-AC90-6A4E40BB4E7E}" srcOrd="0" destOrd="0" presId="urn:microsoft.com/office/officeart/2005/8/layout/vProcess5"/>
    <dgm:cxn modelId="{69DF7F4D-90C9-4DCD-A189-50875FA3880F}" srcId="{3F7E31D5-C300-473F-B3BD-1E89ABC42321}" destId="{6F506B95-0736-4A82-9A42-FE404B19152B}" srcOrd="0" destOrd="0" parTransId="{B6822883-D75C-4972-AB15-4C013588C4FC}" sibTransId="{0BD1B957-0E4D-4325-80C1-C496173D4F1D}"/>
    <dgm:cxn modelId="{9E9CF770-7CCE-42F1-992B-37153667EE02}" type="presOf" srcId="{6F506B95-0736-4A82-9A42-FE404B19152B}" destId="{801D0A31-00FB-425B-BAC8-F47D3D443397}" srcOrd="1" destOrd="0" presId="urn:microsoft.com/office/officeart/2005/8/layout/vProcess5"/>
    <dgm:cxn modelId="{D0844A55-BECF-4E91-98ED-C79C2144809D}" type="presOf" srcId="{7609B619-F23F-498C-901C-4AA918D3D015}" destId="{50D6CCD8-5190-47FF-9304-A7666437ADE9}" srcOrd="0" destOrd="0" presId="urn:microsoft.com/office/officeart/2005/8/layout/vProcess5"/>
    <dgm:cxn modelId="{FCF27F55-E218-444E-9D5F-1C26E172C25F}" type="presOf" srcId="{DCE7EDB4-E2F1-4FAB-B237-69F8A652234C}" destId="{0B1A89EB-574B-45DA-BE71-49323478984C}" srcOrd="1" destOrd="0" presId="urn:microsoft.com/office/officeart/2005/8/layout/vProcess5"/>
    <dgm:cxn modelId="{19F7E176-87F5-4356-B31E-EBE21B706842}" type="presOf" srcId="{3F7E31D5-C300-473F-B3BD-1E89ABC42321}" destId="{D370AEBE-3B73-4025-8999-C16C1FF26C35}" srcOrd="0" destOrd="0" presId="urn:microsoft.com/office/officeart/2005/8/layout/vProcess5"/>
    <dgm:cxn modelId="{FF320D7A-AEB5-4E84-ACC8-E73E61942D5B}" type="presOf" srcId="{DB3B9957-7075-4A38-A3EE-BCEF2096CF0D}" destId="{88157651-6F3F-4F09-98F5-DB444604746F}" srcOrd="0" destOrd="0" presId="urn:microsoft.com/office/officeart/2005/8/layout/vProcess5"/>
    <dgm:cxn modelId="{B5622992-773C-429D-95B0-16F605CCF9D1}" type="presOf" srcId="{BBF95A8C-5503-43E2-8FF7-36549062EE87}" destId="{AB6CE0D0-35EF-4E96-A123-1581146C684E}" srcOrd="0" destOrd="0" presId="urn:microsoft.com/office/officeart/2005/8/layout/vProcess5"/>
    <dgm:cxn modelId="{D7F736A5-9A4F-4D43-9F01-E1C8167FFBB3}" type="presOf" srcId="{AC957190-D766-4BED-B3A5-334721D3AAB4}" destId="{D1CDE3B4-4474-45ED-8DA1-CC160062C78E}" srcOrd="1" destOrd="0" presId="urn:microsoft.com/office/officeart/2005/8/layout/vProcess5"/>
    <dgm:cxn modelId="{574104C7-1AC6-407A-814E-D1583B653A7F}" type="presOf" srcId="{AC957190-D766-4BED-B3A5-334721D3AAB4}" destId="{F6307770-43F4-4CE9-8331-54A17D28D621}" srcOrd="0" destOrd="0" presId="urn:microsoft.com/office/officeart/2005/8/layout/vProcess5"/>
    <dgm:cxn modelId="{65F667C7-2F18-4265-9E4E-3443B5276C70}" srcId="{3F7E31D5-C300-473F-B3BD-1E89ABC42321}" destId="{7609B619-F23F-498C-901C-4AA918D3D015}" srcOrd="2" destOrd="0" parTransId="{1A028B56-0054-4E9F-BA4F-F41A5B94B544}" sibTransId="{F4425E8A-0887-49F4-9EE8-2C03D151905D}"/>
    <dgm:cxn modelId="{C38119C9-79EA-45BA-8D64-66D3877A6BF8}" type="presOf" srcId="{6F506B95-0736-4A82-9A42-FE404B19152B}" destId="{5FA128D5-CF53-4004-A63A-F4D230CF6917}" srcOrd="0" destOrd="0" presId="urn:microsoft.com/office/officeart/2005/8/layout/vProcess5"/>
    <dgm:cxn modelId="{AE5328CC-5C0C-4A54-9E8C-C4CE4DA50EC1}" type="presOf" srcId="{7609B619-F23F-498C-901C-4AA918D3D015}" destId="{03903327-0D8F-41F5-A786-BC672EFB6268}" srcOrd="1" destOrd="0" presId="urn:microsoft.com/office/officeart/2005/8/layout/vProcess5"/>
    <dgm:cxn modelId="{D09CEED5-6E7F-4EA8-8EAB-5DF28360B6C3}" srcId="{3F7E31D5-C300-473F-B3BD-1E89ABC42321}" destId="{AC957190-D766-4BED-B3A5-334721D3AAB4}" srcOrd="1" destOrd="0" parTransId="{10DA431B-1D4B-4B59-A9C0-9C66B3C94668}" sibTransId="{DB3B9957-7075-4A38-A3EE-BCEF2096CF0D}"/>
    <dgm:cxn modelId="{ED014FDB-F154-4427-BB30-FBFA3F4541E0}" type="presOf" srcId="{DCE7EDB4-E2F1-4FAB-B237-69F8A652234C}" destId="{71E465DB-630D-4062-A31D-8DBC5CE56E2A}" srcOrd="0" destOrd="0" presId="urn:microsoft.com/office/officeart/2005/8/layout/vProcess5"/>
    <dgm:cxn modelId="{3F2F0FE4-098E-4944-9A2C-3B546B153119}" type="presOf" srcId="{8ECE2F5C-9431-4A96-9C62-168BBB57B083}" destId="{8F654A7B-05DF-43BF-818E-6C88B82D1438}" srcOrd="0" destOrd="0" presId="urn:microsoft.com/office/officeart/2005/8/layout/vProcess5"/>
    <dgm:cxn modelId="{CF04CEEF-65AD-48C4-8DDB-89E567A2B0A4}" type="presOf" srcId="{8ECE2F5C-9431-4A96-9C62-168BBB57B083}" destId="{0E0C18C7-CDCF-408A-821D-24813634F3CC}" srcOrd="1" destOrd="0" presId="urn:microsoft.com/office/officeart/2005/8/layout/vProcess5"/>
    <dgm:cxn modelId="{D34FF882-DDE3-4018-9BB5-25E14A17D65B}" type="presParOf" srcId="{D370AEBE-3B73-4025-8999-C16C1FF26C35}" destId="{9257C862-00A7-4D4D-AB1D-E457C765835B}" srcOrd="0" destOrd="0" presId="urn:microsoft.com/office/officeart/2005/8/layout/vProcess5"/>
    <dgm:cxn modelId="{E61CC11A-326B-49D9-997A-FC5256C8D620}" type="presParOf" srcId="{D370AEBE-3B73-4025-8999-C16C1FF26C35}" destId="{5FA128D5-CF53-4004-A63A-F4D230CF6917}" srcOrd="1" destOrd="0" presId="urn:microsoft.com/office/officeart/2005/8/layout/vProcess5"/>
    <dgm:cxn modelId="{A0B38BF4-A1F0-45DC-B732-08E322D06F69}" type="presParOf" srcId="{D370AEBE-3B73-4025-8999-C16C1FF26C35}" destId="{F6307770-43F4-4CE9-8331-54A17D28D621}" srcOrd="2" destOrd="0" presId="urn:microsoft.com/office/officeart/2005/8/layout/vProcess5"/>
    <dgm:cxn modelId="{8DFC5AC0-02F1-4EBB-B817-FA4C712623B7}" type="presParOf" srcId="{D370AEBE-3B73-4025-8999-C16C1FF26C35}" destId="{50D6CCD8-5190-47FF-9304-A7666437ADE9}" srcOrd="3" destOrd="0" presId="urn:microsoft.com/office/officeart/2005/8/layout/vProcess5"/>
    <dgm:cxn modelId="{B9413E42-54DC-445E-8E35-91C065A90FB7}" type="presParOf" srcId="{D370AEBE-3B73-4025-8999-C16C1FF26C35}" destId="{71E465DB-630D-4062-A31D-8DBC5CE56E2A}" srcOrd="4" destOrd="0" presId="urn:microsoft.com/office/officeart/2005/8/layout/vProcess5"/>
    <dgm:cxn modelId="{0A6D3D35-5185-4D24-9F90-004135902DBE}" type="presParOf" srcId="{D370AEBE-3B73-4025-8999-C16C1FF26C35}" destId="{8F654A7B-05DF-43BF-818E-6C88B82D1438}" srcOrd="5" destOrd="0" presId="urn:microsoft.com/office/officeart/2005/8/layout/vProcess5"/>
    <dgm:cxn modelId="{63258521-53F8-470E-BD99-DE5A645F5F80}" type="presParOf" srcId="{D370AEBE-3B73-4025-8999-C16C1FF26C35}" destId="{55DD55C8-1762-4066-AC90-6A4E40BB4E7E}" srcOrd="6" destOrd="0" presId="urn:microsoft.com/office/officeart/2005/8/layout/vProcess5"/>
    <dgm:cxn modelId="{4FCF2BC4-7C7B-481E-82F4-151498019A9E}" type="presParOf" srcId="{D370AEBE-3B73-4025-8999-C16C1FF26C35}" destId="{88157651-6F3F-4F09-98F5-DB444604746F}" srcOrd="7" destOrd="0" presId="urn:microsoft.com/office/officeart/2005/8/layout/vProcess5"/>
    <dgm:cxn modelId="{1316FDFB-B90B-43D4-A47A-A203A449C0C7}" type="presParOf" srcId="{D370AEBE-3B73-4025-8999-C16C1FF26C35}" destId="{FCED7FE6-B61D-41EA-A4A6-DA62844ADC27}" srcOrd="8" destOrd="0" presId="urn:microsoft.com/office/officeart/2005/8/layout/vProcess5"/>
    <dgm:cxn modelId="{838B849B-EDC9-4D25-9E29-CFD5743F7403}" type="presParOf" srcId="{D370AEBE-3B73-4025-8999-C16C1FF26C35}" destId="{AB6CE0D0-35EF-4E96-A123-1581146C684E}" srcOrd="9" destOrd="0" presId="urn:microsoft.com/office/officeart/2005/8/layout/vProcess5"/>
    <dgm:cxn modelId="{06DD1559-7829-4676-904C-B6CC9C0F2435}" type="presParOf" srcId="{D370AEBE-3B73-4025-8999-C16C1FF26C35}" destId="{801D0A31-00FB-425B-BAC8-F47D3D443397}" srcOrd="10" destOrd="0" presId="urn:microsoft.com/office/officeart/2005/8/layout/vProcess5"/>
    <dgm:cxn modelId="{6E5C6875-6EC8-416C-9010-24C79F71B506}" type="presParOf" srcId="{D370AEBE-3B73-4025-8999-C16C1FF26C35}" destId="{D1CDE3B4-4474-45ED-8DA1-CC160062C78E}" srcOrd="11" destOrd="0" presId="urn:microsoft.com/office/officeart/2005/8/layout/vProcess5"/>
    <dgm:cxn modelId="{01C11788-DE6F-4F11-8C20-80E9B451B935}" type="presParOf" srcId="{D370AEBE-3B73-4025-8999-C16C1FF26C35}" destId="{03903327-0D8F-41F5-A786-BC672EFB6268}" srcOrd="12" destOrd="0" presId="urn:microsoft.com/office/officeart/2005/8/layout/vProcess5"/>
    <dgm:cxn modelId="{D39DCC96-FD9A-4EB9-9759-FEEC966B4F5A}" type="presParOf" srcId="{D370AEBE-3B73-4025-8999-C16C1FF26C35}" destId="{0B1A89EB-574B-45DA-BE71-49323478984C}" srcOrd="13" destOrd="0" presId="urn:microsoft.com/office/officeart/2005/8/layout/vProcess5"/>
    <dgm:cxn modelId="{48A0655D-701E-4916-B747-C2B0D6066B22}" type="presParOf" srcId="{D370AEBE-3B73-4025-8999-C16C1FF26C35}" destId="{0E0C18C7-CDCF-408A-821D-24813634F3C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93B066-436B-43B7-A8BF-8E32DD729113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958FB0-C240-4CBE-9439-C4C086D75525}">
      <dgm:prSet/>
      <dgm:spPr/>
      <dgm:t>
        <a:bodyPr/>
        <a:lstStyle/>
        <a:p>
          <a:r>
            <a:rPr lang="en-US"/>
            <a:t>Demonstrated common web vulnerabilities</a:t>
          </a:r>
        </a:p>
      </dgm:t>
    </dgm:pt>
    <dgm:pt modelId="{481514B2-B51A-4E40-A0E2-EBC1995F22CA}" type="parTrans" cxnId="{9E9C846C-C5AD-4BAF-9A09-9CD6E154DBB6}">
      <dgm:prSet/>
      <dgm:spPr/>
      <dgm:t>
        <a:bodyPr/>
        <a:lstStyle/>
        <a:p>
          <a:endParaRPr lang="en-US"/>
        </a:p>
      </dgm:t>
    </dgm:pt>
    <dgm:pt modelId="{CA9A5486-8AE7-4509-B1BA-732FF1BE2E50}" type="sibTrans" cxnId="{9E9C846C-C5AD-4BAF-9A09-9CD6E154DBB6}">
      <dgm:prSet/>
      <dgm:spPr/>
      <dgm:t>
        <a:bodyPr/>
        <a:lstStyle/>
        <a:p>
          <a:endParaRPr lang="en-US"/>
        </a:p>
      </dgm:t>
    </dgm:pt>
    <dgm:pt modelId="{9E2D76B2-1C19-475D-8F33-C43B0A64BD0A}">
      <dgm:prSet/>
      <dgm:spPr/>
      <dgm:t>
        <a:bodyPr/>
        <a:lstStyle/>
        <a:p>
          <a:r>
            <a:rPr lang="en-US"/>
            <a:t>Conducted practical testing using crafted payloads</a:t>
          </a:r>
        </a:p>
      </dgm:t>
    </dgm:pt>
    <dgm:pt modelId="{A4840BEB-3728-480D-9215-D3F5FF3534D7}" type="parTrans" cxnId="{CA53C276-DBA2-4129-99FA-998E3DCC6A35}">
      <dgm:prSet/>
      <dgm:spPr/>
      <dgm:t>
        <a:bodyPr/>
        <a:lstStyle/>
        <a:p>
          <a:endParaRPr lang="en-US"/>
        </a:p>
      </dgm:t>
    </dgm:pt>
    <dgm:pt modelId="{A5795772-FE5E-46B8-A1EB-66120365E487}" type="sibTrans" cxnId="{CA53C276-DBA2-4129-99FA-998E3DCC6A35}">
      <dgm:prSet/>
      <dgm:spPr/>
      <dgm:t>
        <a:bodyPr/>
        <a:lstStyle/>
        <a:p>
          <a:endParaRPr lang="en-US"/>
        </a:p>
      </dgm:t>
    </dgm:pt>
    <dgm:pt modelId="{ECE723BA-4A37-4548-ABED-0312EA08D7E8}">
      <dgm:prSet/>
      <dgm:spPr/>
      <dgm:t>
        <a:bodyPr/>
        <a:lstStyle/>
        <a:p>
          <a:r>
            <a:rPr lang="en-US"/>
            <a:t>Learned secure coding practices</a:t>
          </a:r>
        </a:p>
      </dgm:t>
    </dgm:pt>
    <dgm:pt modelId="{0CBEF080-276C-4B74-B90C-5F9A08395D2B}" type="parTrans" cxnId="{AD51BE2D-AF27-4688-AB7F-B0451830D3B0}">
      <dgm:prSet/>
      <dgm:spPr/>
      <dgm:t>
        <a:bodyPr/>
        <a:lstStyle/>
        <a:p>
          <a:endParaRPr lang="en-US"/>
        </a:p>
      </dgm:t>
    </dgm:pt>
    <dgm:pt modelId="{7B8AC95B-0442-4B6A-9CDB-A2507CBEED20}" type="sibTrans" cxnId="{AD51BE2D-AF27-4688-AB7F-B0451830D3B0}">
      <dgm:prSet/>
      <dgm:spPr/>
      <dgm:t>
        <a:bodyPr/>
        <a:lstStyle/>
        <a:p>
          <a:endParaRPr lang="en-US"/>
        </a:p>
      </dgm:t>
    </dgm:pt>
    <dgm:pt modelId="{32D1B149-948E-421B-B41A-DDE534E370C3}">
      <dgm:prSet/>
      <dgm:spPr/>
      <dgm:t>
        <a:bodyPr/>
        <a:lstStyle/>
        <a:p>
          <a:r>
            <a:rPr lang="en-US"/>
            <a:t>Fixed high-risk flaws like eval and plaintext passwords</a:t>
          </a:r>
        </a:p>
      </dgm:t>
    </dgm:pt>
    <dgm:pt modelId="{7998BF04-244B-48A8-B3E4-4FEE65A25FC9}" type="parTrans" cxnId="{9A41263F-FD26-46AA-8290-89BBC82102D2}">
      <dgm:prSet/>
      <dgm:spPr/>
      <dgm:t>
        <a:bodyPr/>
        <a:lstStyle/>
        <a:p>
          <a:endParaRPr lang="en-US"/>
        </a:p>
      </dgm:t>
    </dgm:pt>
    <dgm:pt modelId="{4855C834-5647-4603-9490-0BC3006DC5E8}" type="sibTrans" cxnId="{9A41263F-FD26-46AA-8290-89BBC82102D2}">
      <dgm:prSet/>
      <dgm:spPr/>
      <dgm:t>
        <a:bodyPr/>
        <a:lstStyle/>
        <a:p>
          <a:endParaRPr lang="en-US"/>
        </a:p>
      </dgm:t>
    </dgm:pt>
    <dgm:pt modelId="{264C8D2C-7F2E-4E7C-B237-242BFC319624}" type="pres">
      <dgm:prSet presAssocID="{2A93B066-436B-43B7-A8BF-8E32DD729113}" presName="vert0" presStyleCnt="0">
        <dgm:presLayoutVars>
          <dgm:dir/>
          <dgm:animOne val="branch"/>
          <dgm:animLvl val="lvl"/>
        </dgm:presLayoutVars>
      </dgm:prSet>
      <dgm:spPr/>
    </dgm:pt>
    <dgm:pt modelId="{68286BA3-7DBD-4586-96BF-1A41503D14AA}" type="pres">
      <dgm:prSet presAssocID="{ED958FB0-C240-4CBE-9439-C4C086D75525}" presName="thickLine" presStyleLbl="alignNode1" presStyleIdx="0" presStyleCnt="4"/>
      <dgm:spPr/>
    </dgm:pt>
    <dgm:pt modelId="{C921FE28-0FA8-4568-8F7F-DAA47690C4E1}" type="pres">
      <dgm:prSet presAssocID="{ED958FB0-C240-4CBE-9439-C4C086D75525}" presName="horz1" presStyleCnt="0"/>
      <dgm:spPr/>
    </dgm:pt>
    <dgm:pt modelId="{EC0E04B9-5325-4E39-86DC-05CF50230541}" type="pres">
      <dgm:prSet presAssocID="{ED958FB0-C240-4CBE-9439-C4C086D75525}" presName="tx1" presStyleLbl="revTx" presStyleIdx="0" presStyleCnt="4"/>
      <dgm:spPr/>
    </dgm:pt>
    <dgm:pt modelId="{B6DB49AE-A252-417D-8A5B-74F09360A979}" type="pres">
      <dgm:prSet presAssocID="{ED958FB0-C240-4CBE-9439-C4C086D75525}" presName="vert1" presStyleCnt="0"/>
      <dgm:spPr/>
    </dgm:pt>
    <dgm:pt modelId="{0BC3FB45-82FF-4E4C-9903-E5076B4367FC}" type="pres">
      <dgm:prSet presAssocID="{9E2D76B2-1C19-475D-8F33-C43B0A64BD0A}" presName="thickLine" presStyleLbl="alignNode1" presStyleIdx="1" presStyleCnt="4"/>
      <dgm:spPr/>
    </dgm:pt>
    <dgm:pt modelId="{1D51FC46-BDEC-40EA-8FF2-629FF00CB34E}" type="pres">
      <dgm:prSet presAssocID="{9E2D76B2-1C19-475D-8F33-C43B0A64BD0A}" presName="horz1" presStyleCnt="0"/>
      <dgm:spPr/>
    </dgm:pt>
    <dgm:pt modelId="{244AD619-CF93-472E-8D6C-60103829F906}" type="pres">
      <dgm:prSet presAssocID="{9E2D76B2-1C19-475D-8F33-C43B0A64BD0A}" presName="tx1" presStyleLbl="revTx" presStyleIdx="1" presStyleCnt="4"/>
      <dgm:spPr/>
    </dgm:pt>
    <dgm:pt modelId="{97ECB5DC-AF63-455F-9123-C0CAB3BB6DA7}" type="pres">
      <dgm:prSet presAssocID="{9E2D76B2-1C19-475D-8F33-C43B0A64BD0A}" presName="vert1" presStyleCnt="0"/>
      <dgm:spPr/>
    </dgm:pt>
    <dgm:pt modelId="{4F92C09A-CDFF-4137-9C1C-8F9843D962D4}" type="pres">
      <dgm:prSet presAssocID="{ECE723BA-4A37-4548-ABED-0312EA08D7E8}" presName="thickLine" presStyleLbl="alignNode1" presStyleIdx="2" presStyleCnt="4"/>
      <dgm:spPr/>
    </dgm:pt>
    <dgm:pt modelId="{25F3616E-8097-433B-896B-0A62584E0D05}" type="pres">
      <dgm:prSet presAssocID="{ECE723BA-4A37-4548-ABED-0312EA08D7E8}" presName="horz1" presStyleCnt="0"/>
      <dgm:spPr/>
    </dgm:pt>
    <dgm:pt modelId="{0ACC6F4D-6917-4203-9770-9BCBECE5A643}" type="pres">
      <dgm:prSet presAssocID="{ECE723BA-4A37-4548-ABED-0312EA08D7E8}" presName="tx1" presStyleLbl="revTx" presStyleIdx="2" presStyleCnt="4"/>
      <dgm:spPr/>
    </dgm:pt>
    <dgm:pt modelId="{FD35B9C9-CBB6-4268-B664-F4779F5DD4D8}" type="pres">
      <dgm:prSet presAssocID="{ECE723BA-4A37-4548-ABED-0312EA08D7E8}" presName="vert1" presStyleCnt="0"/>
      <dgm:spPr/>
    </dgm:pt>
    <dgm:pt modelId="{22E888E7-3FEE-44B1-A4F2-3C215F6ECA7B}" type="pres">
      <dgm:prSet presAssocID="{32D1B149-948E-421B-B41A-DDE534E370C3}" presName="thickLine" presStyleLbl="alignNode1" presStyleIdx="3" presStyleCnt="4"/>
      <dgm:spPr/>
    </dgm:pt>
    <dgm:pt modelId="{9D135EB1-0A37-46E0-B682-AAE26342B0A1}" type="pres">
      <dgm:prSet presAssocID="{32D1B149-948E-421B-B41A-DDE534E370C3}" presName="horz1" presStyleCnt="0"/>
      <dgm:spPr/>
    </dgm:pt>
    <dgm:pt modelId="{B461E9F1-DD43-416D-8A1E-1F5B8169FE32}" type="pres">
      <dgm:prSet presAssocID="{32D1B149-948E-421B-B41A-DDE534E370C3}" presName="tx1" presStyleLbl="revTx" presStyleIdx="3" presStyleCnt="4"/>
      <dgm:spPr/>
    </dgm:pt>
    <dgm:pt modelId="{CD3EA6F5-BB06-40DD-AC6B-D33D2BE00651}" type="pres">
      <dgm:prSet presAssocID="{32D1B149-948E-421B-B41A-DDE534E370C3}" presName="vert1" presStyleCnt="0"/>
      <dgm:spPr/>
    </dgm:pt>
  </dgm:ptLst>
  <dgm:cxnLst>
    <dgm:cxn modelId="{5FAC5D10-D841-46ED-8DF9-42B4A0AC5855}" type="presOf" srcId="{ED958FB0-C240-4CBE-9439-C4C086D75525}" destId="{EC0E04B9-5325-4E39-86DC-05CF50230541}" srcOrd="0" destOrd="0" presId="urn:microsoft.com/office/officeart/2008/layout/LinedList"/>
    <dgm:cxn modelId="{98F4291A-64ED-479A-9273-4EB97F13C918}" type="presOf" srcId="{32D1B149-948E-421B-B41A-DDE534E370C3}" destId="{B461E9F1-DD43-416D-8A1E-1F5B8169FE32}" srcOrd="0" destOrd="0" presId="urn:microsoft.com/office/officeart/2008/layout/LinedList"/>
    <dgm:cxn modelId="{F3407B20-4902-4124-98FE-A4BF9DBB1589}" type="presOf" srcId="{9E2D76B2-1C19-475D-8F33-C43B0A64BD0A}" destId="{244AD619-CF93-472E-8D6C-60103829F906}" srcOrd="0" destOrd="0" presId="urn:microsoft.com/office/officeart/2008/layout/LinedList"/>
    <dgm:cxn modelId="{87A3AC28-EA2B-4496-9F71-09297FD89F1C}" type="presOf" srcId="{2A93B066-436B-43B7-A8BF-8E32DD729113}" destId="{264C8D2C-7F2E-4E7C-B237-242BFC319624}" srcOrd="0" destOrd="0" presId="urn:microsoft.com/office/officeart/2008/layout/LinedList"/>
    <dgm:cxn modelId="{AD51BE2D-AF27-4688-AB7F-B0451830D3B0}" srcId="{2A93B066-436B-43B7-A8BF-8E32DD729113}" destId="{ECE723BA-4A37-4548-ABED-0312EA08D7E8}" srcOrd="2" destOrd="0" parTransId="{0CBEF080-276C-4B74-B90C-5F9A08395D2B}" sibTransId="{7B8AC95B-0442-4B6A-9CDB-A2507CBEED20}"/>
    <dgm:cxn modelId="{9A41263F-FD26-46AA-8290-89BBC82102D2}" srcId="{2A93B066-436B-43B7-A8BF-8E32DD729113}" destId="{32D1B149-948E-421B-B41A-DDE534E370C3}" srcOrd="3" destOrd="0" parTransId="{7998BF04-244B-48A8-B3E4-4FEE65A25FC9}" sibTransId="{4855C834-5647-4603-9490-0BC3006DC5E8}"/>
    <dgm:cxn modelId="{9E9C846C-C5AD-4BAF-9A09-9CD6E154DBB6}" srcId="{2A93B066-436B-43B7-A8BF-8E32DD729113}" destId="{ED958FB0-C240-4CBE-9439-C4C086D75525}" srcOrd="0" destOrd="0" parTransId="{481514B2-B51A-4E40-A0E2-EBC1995F22CA}" sibTransId="{CA9A5486-8AE7-4509-B1BA-732FF1BE2E50}"/>
    <dgm:cxn modelId="{CA53C276-DBA2-4129-99FA-998E3DCC6A35}" srcId="{2A93B066-436B-43B7-A8BF-8E32DD729113}" destId="{9E2D76B2-1C19-475D-8F33-C43B0A64BD0A}" srcOrd="1" destOrd="0" parTransId="{A4840BEB-3728-480D-9215-D3F5FF3534D7}" sibTransId="{A5795772-FE5E-46B8-A1EB-66120365E487}"/>
    <dgm:cxn modelId="{D4321CB1-40E2-42FA-950E-3C9C2FF0B8B8}" type="presOf" srcId="{ECE723BA-4A37-4548-ABED-0312EA08D7E8}" destId="{0ACC6F4D-6917-4203-9770-9BCBECE5A643}" srcOrd="0" destOrd="0" presId="urn:microsoft.com/office/officeart/2008/layout/LinedList"/>
    <dgm:cxn modelId="{7D29BD21-F264-40CD-9E2A-D6AEA135062F}" type="presParOf" srcId="{264C8D2C-7F2E-4E7C-B237-242BFC319624}" destId="{68286BA3-7DBD-4586-96BF-1A41503D14AA}" srcOrd="0" destOrd="0" presId="urn:microsoft.com/office/officeart/2008/layout/LinedList"/>
    <dgm:cxn modelId="{F7A54462-8468-4542-A6DD-8C99C86EDE2F}" type="presParOf" srcId="{264C8D2C-7F2E-4E7C-B237-242BFC319624}" destId="{C921FE28-0FA8-4568-8F7F-DAA47690C4E1}" srcOrd="1" destOrd="0" presId="urn:microsoft.com/office/officeart/2008/layout/LinedList"/>
    <dgm:cxn modelId="{5E410226-16AD-48EB-87D4-57872C43C967}" type="presParOf" srcId="{C921FE28-0FA8-4568-8F7F-DAA47690C4E1}" destId="{EC0E04B9-5325-4E39-86DC-05CF50230541}" srcOrd="0" destOrd="0" presId="urn:microsoft.com/office/officeart/2008/layout/LinedList"/>
    <dgm:cxn modelId="{9D2A208C-6D8D-4635-8E27-0B78F6B548E4}" type="presParOf" srcId="{C921FE28-0FA8-4568-8F7F-DAA47690C4E1}" destId="{B6DB49AE-A252-417D-8A5B-74F09360A979}" srcOrd="1" destOrd="0" presId="urn:microsoft.com/office/officeart/2008/layout/LinedList"/>
    <dgm:cxn modelId="{FCE7C63D-002A-4A4B-ACF2-1EDCD73C1AC0}" type="presParOf" srcId="{264C8D2C-7F2E-4E7C-B237-242BFC319624}" destId="{0BC3FB45-82FF-4E4C-9903-E5076B4367FC}" srcOrd="2" destOrd="0" presId="urn:microsoft.com/office/officeart/2008/layout/LinedList"/>
    <dgm:cxn modelId="{69C085C8-179C-4C47-9AEA-23C34EF4843B}" type="presParOf" srcId="{264C8D2C-7F2E-4E7C-B237-242BFC319624}" destId="{1D51FC46-BDEC-40EA-8FF2-629FF00CB34E}" srcOrd="3" destOrd="0" presId="urn:microsoft.com/office/officeart/2008/layout/LinedList"/>
    <dgm:cxn modelId="{D9565CF5-C986-4F8E-9A38-9BEB6BACAEA2}" type="presParOf" srcId="{1D51FC46-BDEC-40EA-8FF2-629FF00CB34E}" destId="{244AD619-CF93-472E-8D6C-60103829F906}" srcOrd="0" destOrd="0" presId="urn:microsoft.com/office/officeart/2008/layout/LinedList"/>
    <dgm:cxn modelId="{195F144A-B0D0-4129-BB21-1F6659C3BD1D}" type="presParOf" srcId="{1D51FC46-BDEC-40EA-8FF2-629FF00CB34E}" destId="{97ECB5DC-AF63-455F-9123-C0CAB3BB6DA7}" srcOrd="1" destOrd="0" presId="urn:microsoft.com/office/officeart/2008/layout/LinedList"/>
    <dgm:cxn modelId="{9D77B495-6965-4DAA-920C-FBD50A6C75F0}" type="presParOf" srcId="{264C8D2C-7F2E-4E7C-B237-242BFC319624}" destId="{4F92C09A-CDFF-4137-9C1C-8F9843D962D4}" srcOrd="4" destOrd="0" presId="urn:microsoft.com/office/officeart/2008/layout/LinedList"/>
    <dgm:cxn modelId="{EDB0B453-3C6B-48FF-B77B-F7B5E0DE683A}" type="presParOf" srcId="{264C8D2C-7F2E-4E7C-B237-242BFC319624}" destId="{25F3616E-8097-433B-896B-0A62584E0D05}" srcOrd="5" destOrd="0" presId="urn:microsoft.com/office/officeart/2008/layout/LinedList"/>
    <dgm:cxn modelId="{9EE8448A-E1BA-4C51-B0D7-F99578747F97}" type="presParOf" srcId="{25F3616E-8097-433B-896B-0A62584E0D05}" destId="{0ACC6F4D-6917-4203-9770-9BCBECE5A643}" srcOrd="0" destOrd="0" presId="urn:microsoft.com/office/officeart/2008/layout/LinedList"/>
    <dgm:cxn modelId="{293012C5-8A03-486D-8858-C8F5F2BFBD25}" type="presParOf" srcId="{25F3616E-8097-433B-896B-0A62584E0D05}" destId="{FD35B9C9-CBB6-4268-B664-F4779F5DD4D8}" srcOrd="1" destOrd="0" presId="urn:microsoft.com/office/officeart/2008/layout/LinedList"/>
    <dgm:cxn modelId="{000F10BC-3478-4A6E-ADC2-E0338C967E3F}" type="presParOf" srcId="{264C8D2C-7F2E-4E7C-B237-242BFC319624}" destId="{22E888E7-3FEE-44B1-A4F2-3C215F6ECA7B}" srcOrd="6" destOrd="0" presId="urn:microsoft.com/office/officeart/2008/layout/LinedList"/>
    <dgm:cxn modelId="{75B48298-618B-4237-90AB-D83108D541BA}" type="presParOf" srcId="{264C8D2C-7F2E-4E7C-B237-242BFC319624}" destId="{9D135EB1-0A37-46E0-B682-AAE26342B0A1}" srcOrd="7" destOrd="0" presId="urn:microsoft.com/office/officeart/2008/layout/LinedList"/>
    <dgm:cxn modelId="{7C4AF370-6F48-4F89-9874-A4447A67B8E2}" type="presParOf" srcId="{9D135EB1-0A37-46E0-B682-AAE26342B0A1}" destId="{B461E9F1-DD43-416D-8A1E-1F5B8169FE32}" srcOrd="0" destOrd="0" presId="urn:microsoft.com/office/officeart/2008/layout/LinedList"/>
    <dgm:cxn modelId="{D04896F6-F31B-428E-94D7-CA644AB70558}" type="presParOf" srcId="{9D135EB1-0A37-46E0-B682-AAE26342B0A1}" destId="{CD3EA6F5-BB06-40DD-AC6B-D33D2BE0065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4BA3E-BA85-42B8-879A-C85AAFC071A7}">
      <dsp:nvSpPr>
        <dsp:cNvPr id="0" name=""/>
        <dsp:cNvSpPr/>
      </dsp:nvSpPr>
      <dsp:spPr>
        <a:xfrm>
          <a:off x="2933408" y="1146829"/>
          <a:ext cx="6441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7232" y="45719"/>
              </a:lnTo>
            </a:path>
            <a:path>
              <a:moveTo>
                <a:pt x="396949" y="45719"/>
              </a:moveTo>
              <a:lnTo>
                <a:pt x="644181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</a:t>
          </a:r>
        </a:p>
      </dsp:txBody>
      <dsp:txXfrm>
        <a:off x="3180640" y="1058542"/>
        <a:ext cx="149717" cy="268014"/>
      </dsp:txXfrm>
    </dsp:sp>
    <dsp:sp modelId="{8FB6D269-76AA-47B0-972F-0FBA18A1315E}">
      <dsp:nvSpPr>
        <dsp:cNvPr id="0" name=""/>
        <dsp:cNvSpPr/>
      </dsp:nvSpPr>
      <dsp:spPr>
        <a:xfrm>
          <a:off x="1374" y="312399"/>
          <a:ext cx="2933834" cy="17603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3760" tIns="150902" rIns="143760" bIns="150902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 a REST API with intentional vulnerabilities</a:t>
          </a:r>
        </a:p>
      </dsp:txBody>
      <dsp:txXfrm>
        <a:off x="1374" y="312399"/>
        <a:ext cx="2933834" cy="1760300"/>
      </dsp:txXfrm>
    </dsp:sp>
    <dsp:sp modelId="{63F270C9-59D6-49C0-88FB-8C3633A386C9}">
      <dsp:nvSpPr>
        <dsp:cNvPr id="0" name=""/>
        <dsp:cNvSpPr/>
      </dsp:nvSpPr>
      <dsp:spPr>
        <a:xfrm>
          <a:off x="1468291" y="2070900"/>
          <a:ext cx="3608616" cy="644181"/>
        </a:xfrm>
        <a:custGeom>
          <a:avLst/>
          <a:gdLst/>
          <a:ahLst/>
          <a:cxnLst/>
          <a:rect l="0" t="0" r="0" b="0"/>
          <a:pathLst>
            <a:path>
              <a:moveTo>
                <a:pt x="3608616" y="0"/>
              </a:moveTo>
              <a:lnTo>
                <a:pt x="3608616" y="339190"/>
              </a:lnTo>
              <a:lnTo>
                <a:pt x="0" y="339190"/>
              </a:lnTo>
              <a:lnTo>
                <a:pt x="0" y="644181"/>
              </a:lnTo>
            </a:path>
          </a:pathLst>
        </a:custGeom>
        <a:noFill/>
        <a:ln w="9525" cap="rnd" cmpd="sng" algn="ctr">
          <a:solidFill>
            <a:schemeClr val="accent2">
              <a:hueOff val="806792"/>
              <a:satOff val="-428"/>
              <a:lumOff val="284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</a:t>
          </a:r>
        </a:p>
      </dsp:txBody>
      <dsp:txXfrm>
        <a:off x="3180820" y="2258983"/>
        <a:ext cx="183558" cy="268014"/>
      </dsp:txXfrm>
    </dsp:sp>
    <dsp:sp modelId="{CC88E668-B4F3-48FC-A1B7-8FDCC69781DA}">
      <dsp:nvSpPr>
        <dsp:cNvPr id="0" name=""/>
        <dsp:cNvSpPr/>
      </dsp:nvSpPr>
      <dsp:spPr>
        <a:xfrm>
          <a:off x="3609990" y="312399"/>
          <a:ext cx="2933834" cy="1760300"/>
        </a:xfrm>
        <a:prstGeom prst="rect">
          <a:avLst/>
        </a:prstGeom>
        <a:gradFill rotWithShape="0">
          <a:gsLst>
            <a:gs pos="0">
              <a:schemeClr val="accent2">
                <a:hueOff val="537861"/>
                <a:satOff val="-285"/>
                <a:lumOff val="1895"/>
                <a:alphaOff val="0"/>
                <a:tint val="98000"/>
                <a:lumMod val="100000"/>
              </a:schemeClr>
            </a:gs>
            <a:gs pos="100000">
              <a:schemeClr val="accent2">
                <a:hueOff val="537861"/>
                <a:satOff val="-285"/>
                <a:lumOff val="1895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3760" tIns="150902" rIns="143760" bIns="150902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Perform Penetration Testing using crafted payloads</a:t>
          </a:r>
        </a:p>
      </dsp:txBody>
      <dsp:txXfrm>
        <a:off x="3609990" y="312399"/>
        <a:ext cx="2933834" cy="1760300"/>
      </dsp:txXfrm>
    </dsp:sp>
    <dsp:sp modelId="{F184E7F8-5F0D-4587-A29B-96F600261AAC}">
      <dsp:nvSpPr>
        <dsp:cNvPr id="0" name=""/>
        <dsp:cNvSpPr/>
      </dsp:nvSpPr>
      <dsp:spPr>
        <a:xfrm>
          <a:off x="2933408" y="3581912"/>
          <a:ext cx="6441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7232" y="45719"/>
              </a:lnTo>
            </a:path>
            <a:path>
              <a:moveTo>
                <a:pt x="396949" y="45719"/>
              </a:moveTo>
              <a:lnTo>
                <a:pt x="644181" y="45720"/>
              </a:lnTo>
            </a:path>
          </a:pathLst>
        </a:custGeom>
        <a:noFill/>
        <a:ln w="9525" cap="rnd" cmpd="sng" algn="ctr">
          <a:solidFill>
            <a:schemeClr val="accent2">
              <a:hueOff val="1613584"/>
              <a:satOff val="-856"/>
              <a:lumOff val="568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</a:t>
          </a:r>
        </a:p>
      </dsp:txBody>
      <dsp:txXfrm>
        <a:off x="3180640" y="3493624"/>
        <a:ext cx="149717" cy="268014"/>
      </dsp:txXfrm>
    </dsp:sp>
    <dsp:sp modelId="{88FC035E-7016-4DD3-9DED-1F431810E084}">
      <dsp:nvSpPr>
        <dsp:cNvPr id="0" name=""/>
        <dsp:cNvSpPr/>
      </dsp:nvSpPr>
      <dsp:spPr>
        <a:xfrm>
          <a:off x="1374" y="2747481"/>
          <a:ext cx="2933834" cy="1760300"/>
        </a:xfrm>
        <a:prstGeom prst="rect">
          <a:avLst/>
        </a:prstGeom>
        <a:gradFill rotWithShape="0">
          <a:gsLst>
            <a:gs pos="0">
              <a:schemeClr val="accent2">
                <a:hueOff val="1075723"/>
                <a:satOff val="-571"/>
                <a:lumOff val="3790"/>
                <a:alphaOff val="0"/>
                <a:tint val="98000"/>
                <a:lumMod val="100000"/>
              </a:schemeClr>
            </a:gs>
            <a:gs pos="100000">
              <a:schemeClr val="accent2">
                <a:hueOff val="1075723"/>
                <a:satOff val="-571"/>
                <a:lumOff val="379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3760" tIns="150902" rIns="143760" bIns="150902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Learn how to identify and fix common web application flaws</a:t>
          </a:r>
        </a:p>
      </dsp:txBody>
      <dsp:txXfrm>
        <a:off x="1374" y="2747481"/>
        <a:ext cx="2933834" cy="1760300"/>
      </dsp:txXfrm>
    </dsp:sp>
    <dsp:sp modelId="{8B43CCBD-A03A-41FF-BCE5-FAD0FAE98344}">
      <dsp:nvSpPr>
        <dsp:cNvPr id="0" name=""/>
        <dsp:cNvSpPr/>
      </dsp:nvSpPr>
      <dsp:spPr>
        <a:xfrm>
          <a:off x="3609990" y="2747481"/>
          <a:ext cx="2933834" cy="1760300"/>
        </a:xfrm>
        <a:prstGeom prst="rect">
          <a:avLst/>
        </a:prstGeom>
        <a:gradFill rotWithShape="0">
          <a:gsLst>
            <a:gs pos="0">
              <a:schemeClr val="accent2">
                <a:hueOff val="1613584"/>
                <a:satOff val="-856"/>
                <a:lumOff val="5685"/>
                <a:alphaOff val="0"/>
                <a:tint val="98000"/>
                <a:lumMod val="100000"/>
              </a:schemeClr>
            </a:gs>
            <a:gs pos="100000">
              <a:schemeClr val="accent2">
                <a:hueOff val="1613584"/>
                <a:satOff val="-856"/>
                <a:lumOff val="5685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3760" tIns="150902" rIns="143760" bIns="150902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Demonstrate real-world exploitation and secure coding practices</a:t>
          </a:r>
        </a:p>
      </dsp:txBody>
      <dsp:txXfrm>
        <a:off x="3609990" y="2747481"/>
        <a:ext cx="2933834" cy="17603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F7522-9910-48CB-9C4C-2202C60625A7}">
      <dsp:nvSpPr>
        <dsp:cNvPr id="0" name=""/>
        <dsp:cNvSpPr/>
      </dsp:nvSpPr>
      <dsp:spPr>
        <a:xfrm>
          <a:off x="0" y="465857"/>
          <a:ext cx="6928466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726" tIns="229108" rIns="537726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Description: User inputs are directly concatenated into SQL queries without sanitization, allowing attackers to manipulate the query.</a:t>
          </a:r>
          <a:endParaRPr lang="en-US" sz="1100" b="1" kern="1200" dirty="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Example Payload:</a:t>
          </a:r>
          <a:endParaRPr lang="en-US" sz="1100" b="1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{ "username": "admin' OR '1'='1", "password": "anything" } </a:t>
          </a:r>
          <a:endParaRPr lang="en-US" sz="1100" b="1" kern="1200" dirty="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Impact: Bypasses authentication, potentially exposing sensitive data.​</a:t>
          </a:r>
          <a:endParaRPr lang="en-US" sz="1100" b="1" kern="1200" dirty="0"/>
        </a:p>
      </dsp:txBody>
      <dsp:txXfrm>
        <a:off x="0" y="465857"/>
        <a:ext cx="6928466" cy="1247400"/>
      </dsp:txXfrm>
    </dsp:sp>
    <dsp:sp modelId="{6CFC5E99-D391-40AE-B7DC-EC044A52B3BF}">
      <dsp:nvSpPr>
        <dsp:cNvPr id="0" name=""/>
        <dsp:cNvSpPr/>
      </dsp:nvSpPr>
      <dsp:spPr>
        <a:xfrm>
          <a:off x="346423" y="303496"/>
          <a:ext cx="4849926" cy="324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316" tIns="0" rIns="183316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1. SQL Injection</a:t>
          </a:r>
          <a:endParaRPr lang="en-US" sz="1100" b="1" kern="1200" dirty="0"/>
        </a:p>
      </dsp:txBody>
      <dsp:txXfrm>
        <a:off x="362275" y="319348"/>
        <a:ext cx="4818222" cy="293016"/>
      </dsp:txXfrm>
    </dsp:sp>
    <dsp:sp modelId="{B1F8F04C-20AB-4D90-A209-9270837087C3}">
      <dsp:nvSpPr>
        <dsp:cNvPr id="0" name=""/>
        <dsp:cNvSpPr/>
      </dsp:nvSpPr>
      <dsp:spPr>
        <a:xfrm>
          <a:off x="0" y="1935017"/>
          <a:ext cx="6928466" cy="1056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726" tIns="229108" rIns="537726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Description: Passwords are stored in the database without encryption or hashing.</a:t>
          </a:r>
          <a:endParaRPr lang="en-US" sz="1100" b="1" kern="1200" dirty="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Example Payload:</a:t>
          </a:r>
          <a:endParaRPr lang="en-US" sz="1100" b="1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{ "username": "</a:t>
          </a:r>
          <a:r>
            <a:rPr lang="en-US" sz="1100" b="1" i="0" kern="1200" baseline="0" dirty="0" err="1"/>
            <a:t>test_user</a:t>
          </a:r>
          <a:r>
            <a:rPr lang="en-US" sz="1100" b="1" i="0" kern="1200" baseline="0" dirty="0"/>
            <a:t>", "password": "</a:t>
          </a:r>
          <a:r>
            <a:rPr lang="en-US" sz="1100" b="1" i="0" kern="1200" baseline="0" dirty="0" err="1"/>
            <a:t>mysecret</a:t>
          </a:r>
          <a:r>
            <a:rPr lang="en-US" sz="1100" b="1" i="0" kern="1200" baseline="0" dirty="0"/>
            <a:t>" } </a:t>
          </a:r>
          <a:endParaRPr lang="en-US" sz="1100" b="1" kern="1200" dirty="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Impact: If the database is compromised, all user passwords are exposed in plaintext.​</a:t>
          </a:r>
          <a:endParaRPr lang="en-US" sz="1100" b="1" kern="1200" dirty="0"/>
        </a:p>
      </dsp:txBody>
      <dsp:txXfrm>
        <a:off x="0" y="1935017"/>
        <a:ext cx="6928466" cy="1056825"/>
      </dsp:txXfrm>
    </dsp:sp>
    <dsp:sp modelId="{82673399-61A9-40D8-A5FA-2ADB7B2DEFEA}">
      <dsp:nvSpPr>
        <dsp:cNvPr id="0" name=""/>
        <dsp:cNvSpPr/>
      </dsp:nvSpPr>
      <dsp:spPr>
        <a:xfrm>
          <a:off x="346423" y="1772656"/>
          <a:ext cx="4849926" cy="324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316" tIns="0" rIns="183316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2. Plaintext Password Storage</a:t>
          </a:r>
          <a:endParaRPr lang="en-US" sz="1100" b="1" kern="1200" dirty="0"/>
        </a:p>
      </dsp:txBody>
      <dsp:txXfrm>
        <a:off x="362275" y="1788508"/>
        <a:ext cx="4818222" cy="293016"/>
      </dsp:txXfrm>
    </dsp:sp>
    <dsp:sp modelId="{414B5E97-E32F-4665-B27C-4F3B4E704311}">
      <dsp:nvSpPr>
        <dsp:cNvPr id="0" name=""/>
        <dsp:cNvSpPr/>
      </dsp:nvSpPr>
      <dsp:spPr>
        <a:xfrm>
          <a:off x="0" y="3213602"/>
          <a:ext cx="6928466" cy="1056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726" tIns="229108" rIns="537726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Description: User inputs are rendered in HTML without proper escaping, allowing script injection.</a:t>
          </a:r>
          <a:endParaRPr lang="en-US" sz="1100" b="1" kern="1200" dirty="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Example Payload:</a:t>
          </a:r>
          <a:endParaRPr lang="en-US" sz="1100" b="1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{ "username": "&lt;script&gt;alert('XSS')&lt;/script&gt;", "password": "</a:t>
          </a:r>
          <a:r>
            <a:rPr lang="en-US" sz="1100" b="1" i="0" kern="1200" baseline="0" dirty="0" err="1"/>
            <a:t>xss</a:t>
          </a:r>
          <a:r>
            <a:rPr lang="en-US" sz="1100" b="1" i="0" kern="1200" baseline="0" dirty="0"/>
            <a:t>" } </a:t>
          </a:r>
          <a:endParaRPr lang="en-US" sz="1100" b="1" kern="1200" dirty="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Impact: Can lead to session hijacking, defacement, or redirection to malicious sites.​</a:t>
          </a:r>
          <a:endParaRPr lang="en-US" sz="1100" b="1" kern="1200" dirty="0"/>
        </a:p>
      </dsp:txBody>
      <dsp:txXfrm>
        <a:off x="0" y="3213602"/>
        <a:ext cx="6928466" cy="1056825"/>
      </dsp:txXfrm>
    </dsp:sp>
    <dsp:sp modelId="{C9066643-AC69-4A9E-919F-BACC6159FB00}">
      <dsp:nvSpPr>
        <dsp:cNvPr id="0" name=""/>
        <dsp:cNvSpPr/>
      </dsp:nvSpPr>
      <dsp:spPr>
        <a:xfrm>
          <a:off x="346423" y="3051242"/>
          <a:ext cx="4849926" cy="3247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316" tIns="0" rIns="183316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3. Cross-Site Scripting (XSS)</a:t>
          </a:r>
          <a:endParaRPr lang="en-US" sz="1100" b="1" kern="1200" dirty="0"/>
        </a:p>
      </dsp:txBody>
      <dsp:txXfrm>
        <a:off x="362275" y="3067094"/>
        <a:ext cx="4818222" cy="293016"/>
      </dsp:txXfrm>
    </dsp:sp>
    <dsp:sp modelId="{2D44215B-213E-4D62-971A-909E80AAEB4B}">
      <dsp:nvSpPr>
        <dsp:cNvPr id="0" name=""/>
        <dsp:cNvSpPr/>
      </dsp:nvSpPr>
      <dsp:spPr>
        <a:xfrm>
          <a:off x="0" y="4492187"/>
          <a:ext cx="6928466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726" tIns="229108" rIns="537726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Description: Authentication relies on matching plaintext credentials without additional security measures.</a:t>
          </a:r>
          <a:endParaRPr lang="en-US" sz="1100" b="1" kern="1200" dirty="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Example Payload:</a:t>
          </a:r>
          <a:endParaRPr lang="en-US" sz="1100" b="1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{ "username": "</a:t>
          </a:r>
          <a:r>
            <a:rPr lang="en-US" sz="1100" b="1" i="0" kern="1200" baseline="0" dirty="0" err="1"/>
            <a:t>test_user</a:t>
          </a:r>
          <a:r>
            <a:rPr lang="en-US" sz="1100" b="1" i="0" kern="1200" baseline="0" dirty="0"/>
            <a:t>", "password": "test123" } </a:t>
          </a:r>
          <a:endParaRPr lang="en-US" sz="1100" b="1" kern="1200" dirty="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 baseline="0" dirty="0"/>
            <a:t>Impact: Susceptible to credential stuffing and lacks multi-factor authentication.​</a:t>
          </a:r>
          <a:endParaRPr lang="en-US" sz="1100" b="1" kern="1200" dirty="0"/>
        </a:p>
      </dsp:txBody>
      <dsp:txXfrm>
        <a:off x="0" y="4492187"/>
        <a:ext cx="6928466" cy="1247400"/>
      </dsp:txXfrm>
    </dsp:sp>
    <dsp:sp modelId="{94EF6315-379F-4C3D-B0D6-91093495B9E7}">
      <dsp:nvSpPr>
        <dsp:cNvPr id="0" name=""/>
        <dsp:cNvSpPr/>
      </dsp:nvSpPr>
      <dsp:spPr>
        <a:xfrm>
          <a:off x="346423" y="4329827"/>
          <a:ext cx="4849926" cy="3247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316" tIns="0" rIns="183316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4. Weak Authentication Mechanism</a:t>
          </a:r>
          <a:endParaRPr lang="en-US" sz="1100" b="1" kern="1200" dirty="0"/>
        </a:p>
      </dsp:txBody>
      <dsp:txXfrm>
        <a:off x="362275" y="4345679"/>
        <a:ext cx="4818222" cy="2930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9DE43-7C76-4BBF-A18C-86B5BD2A176F}">
      <dsp:nvSpPr>
        <dsp:cNvPr id="0" name=""/>
        <dsp:cNvSpPr/>
      </dsp:nvSpPr>
      <dsp:spPr>
        <a:xfrm>
          <a:off x="0" y="314526"/>
          <a:ext cx="7048454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038" tIns="249936" rIns="547038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Description: Tokens are generated using predictable patterns, such as appending '123' to the username.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Example Payload:</a:t>
          </a:r>
          <a:endParaRPr lang="en-US" sz="1200" b="1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{ "username": "john", "password": "john123" } 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Impact: Attackers can guess tokens and gain unauthorized access.​</a:t>
          </a:r>
          <a:endParaRPr lang="en-US" sz="1200" b="1" kern="1200" dirty="0"/>
        </a:p>
      </dsp:txBody>
      <dsp:txXfrm>
        <a:off x="0" y="314526"/>
        <a:ext cx="7048454" cy="1285200"/>
      </dsp:txXfrm>
    </dsp:sp>
    <dsp:sp modelId="{C4A00EAB-F420-46E9-88AF-DF26246AF966}">
      <dsp:nvSpPr>
        <dsp:cNvPr id="0" name=""/>
        <dsp:cNvSpPr/>
      </dsp:nvSpPr>
      <dsp:spPr>
        <a:xfrm>
          <a:off x="352422" y="137406"/>
          <a:ext cx="4933917" cy="3542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490" tIns="0" rIns="18649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5. Predictable Token Generation</a:t>
          </a:r>
          <a:endParaRPr lang="en-US" sz="1200" b="1" kern="1200" dirty="0"/>
        </a:p>
      </dsp:txBody>
      <dsp:txXfrm>
        <a:off x="369715" y="154699"/>
        <a:ext cx="4899331" cy="319654"/>
      </dsp:txXfrm>
    </dsp:sp>
    <dsp:sp modelId="{21599E20-5CAA-413F-AF82-531D45117AD6}">
      <dsp:nvSpPr>
        <dsp:cNvPr id="0" name=""/>
        <dsp:cNvSpPr/>
      </dsp:nvSpPr>
      <dsp:spPr>
        <a:xfrm>
          <a:off x="0" y="1841646"/>
          <a:ext cx="7048454" cy="1096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038" tIns="249936" rIns="547038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Description: No rate limiting or account lockout mechanisms are implemented.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Example Payload:</a:t>
          </a:r>
          <a:endParaRPr lang="en-US" sz="1200" b="1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{ "username": "admin", "password": "</a:t>
          </a:r>
          <a:r>
            <a:rPr lang="en-US" sz="1200" b="1" i="0" kern="1200" baseline="0" dirty="0" err="1"/>
            <a:t>wrongpassword</a:t>
          </a:r>
          <a:r>
            <a:rPr lang="en-US" sz="1200" b="1" i="0" kern="1200" baseline="0" dirty="0"/>
            <a:t>" } 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Impact: Allows attackers to attempt unlimited password guesses.</a:t>
          </a:r>
          <a:endParaRPr lang="en-US" sz="1200" b="1" kern="1200" dirty="0"/>
        </a:p>
      </dsp:txBody>
      <dsp:txXfrm>
        <a:off x="0" y="1841646"/>
        <a:ext cx="7048454" cy="1096200"/>
      </dsp:txXfrm>
    </dsp:sp>
    <dsp:sp modelId="{DD2A2A9D-EBBC-441D-991E-0BF5C22E4CB6}">
      <dsp:nvSpPr>
        <dsp:cNvPr id="0" name=""/>
        <dsp:cNvSpPr/>
      </dsp:nvSpPr>
      <dsp:spPr>
        <a:xfrm>
          <a:off x="352422" y="1664526"/>
          <a:ext cx="4933917" cy="3542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490" tIns="0" rIns="18649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6. Brute Force Vulnerability</a:t>
          </a:r>
          <a:endParaRPr lang="en-US" sz="1200" b="1" kern="1200" dirty="0"/>
        </a:p>
      </dsp:txBody>
      <dsp:txXfrm>
        <a:off x="369715" y="1681819"/>
        <a:ext cx="4899331" cy="319654"/>
      </dsp:txXfrm>
    </dsp:sp>
    <dsp:sp modelId="{DC126E45-B45B-4984-8712-5EB50EBC7BF5}">
      <dsp:nvSpPr>
        <dsp:cNvPr id="0" name=""/>
        <dsp:cNvSpPr/>
      </dsp:nvSpPr>
      <dsp:spPr>
        <a:xfrm>
          <a:off x="0" y="3179766"/>
          <a:ext cx="7048454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038" tIns="249936" rIns="547038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Description: Access to user data is granted based on user ID without proper authorization checks.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Example Payload:</a:t>
          </a:r>
          <a:endParaRPr lang="en-US" sz="1200" b="1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{ "username": "john", "password": "john123", "</a:t>
          </a:r>
          <a:r>
            <a:rPr lang="en-US" sz="1200" b="1" i="0" kern="1200" baseline="0" dirty="0" err="1"/>
            <a:t>user_id</a:t>
          </a:r>
          <a:r>
            <a:rPr lang="en-US" sz="1200" b="1" i="0" kern="1200" baseline="0" dirty="0"/>
            <a:t>": 1 } 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Impact: Attackers can access or modify data of other users by manipulating user IDs.​</a:t>
          </a:r>
          <a:endParaRPr lang="en-US" sz="1200" b="1" kern="1200" dirty="0"/>
        </a:p>
      </dsp:txBody>
      <dsp:txXfrm>
        <a:off x="0" y="3179766"/>
        <a:ext cx="7048454" cy="1285200"/>
      </dsp:txXfrm>
    </dsp:sp>
    <dsp:sp modelId="{15E8FDEC-519A-4C82-B8F0-811E582E2743}">
      <dsp:nvSpPr>
        <dsp:cNvPr id="0" name=""/>
        <dsp:cNvSpPr/>
      </dsp:nvSpPr>
      <dsp:spPr>
        <a:xfrm>
          <a:off x="352422" y="3002646"/>
          <a:ext cx="4933917" cy="3542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490" tIns="0" rIns="18649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7. Insecure Direct Object Reference (IDOR)</a:t>
          </a:r>
          <a:endParaRPr lang="en-US" sz="1200" b="1" kern="1200" dirty="0"/>
        </a:p>
      </dsp:txBody>
      <dsp:txXfrm>
        <a:off x="369715" y="3019939"/>
        <a:ext cx="4899331" cy="319654"/>
      </dsp:txXfrm>
    </dsp:sp>
    <dsp:sp modelId="{ACB445A7-D9CE-438E-B87D-ED474DFC49D2}">
      <dsp:nvSpPr>
        <dsp:cNvPr id="0" name=""/>
        <dsp:cNvSpPr/>
      </dsp:nvSpPr>
      <dsp:spPr>
        <a:xfrm>
          <a:off x="0" y="4706886"/>
          <a:ext cx="7048454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038" tIns="249936" rIns="547038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Description: User inputs are evaluated as code using eval(), allowing execution of arbitrary commands.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Example Payload:</a:t>
          </a:r>
          <a:endParaRPr lang="en-US" sz="1200" b="1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{ "username": "test", "password": "test", "expression": "__import__('</a:t>
          </a:r>
          <a:r>
            <a:rPr lang="en-US" sz="1200" b="1" i="0" kern="1200" baseline="0" dirty="0" err="1"/>
            <a:t>os</a:t>
          </a:r>
          <a:r>
            <a:rPr lang="en-US" sz="1200" b="1" i="0" kern="1200" baseline="0" dirty="0"/>
            <a:t>').system('ls')" } 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dirty="0"/>
            <a:t>Impact: Attackers can execute system commands, leading to full system compromise.​</a:t>
          </a:r>
          <a:endParaRPr lang="en-US" sz="1200" b="1" kern="1200" dirty="0"/>
        </a:p>
      </dsp:txBody>
      <dsp:txXfrm>
        <a:off x="0" y="4706886"/>
        <a:ext cx="7048454" cy="1285200"/>
      </dsp:txXfrm>
    </dsp:sp>
    <dsp:sp modelId="{748067D5-5F45-4326-B492-EC8713C6693A}">
      <dsp:nvSpPr>
        <dsp:cNvPr id="0" name=""/>
        <dsp:cNvSpPr/>
      </dsp:nvSpPr>
      <dsp:spPr>
        <a:xfrm>
          <a:off x="352422" y="4529766"/>
          <a:ext cx="4933917" cy="3542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490" tIns="0" rIns="18649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8. Command Injection (eval)</a:t>
          </a:r>
          <a:endParaRPr lang="en-US" sz="1200" b="1" kern="1200" dirty="0"/>
        </a:p>
      </dsp:txBody>
      <dsp:txXfrm>
        <a:off x="369715" y="4547059"/>
        <a:ext cx="4899331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25CCD6-6F46-4CF0-ABF5-ACD5F6B0851F}">
      <dsp:nvSpPr>
        <dsp:cNvPr id="0" name=""/>
        <dsp:cNvSpPr/>
      </dsp:nvSpPr>
      <dsp:spPr>
        <a:xfrm>
          <a:off x="791" y="0"/>
          <a:ext cx="3205646" cy="33847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47" tIns="0" rIns="31664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 dirty="0"/>
            <a:t>Execute arithmetic: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i="0" kern="1200" baseline="0" dirty="0"/>
            <a:t>{ "code": "5 * 3" } </a:t>
          </a:r>
          <a:endParaRPr lang="en-US" sz="2000" kern="1200" dirty="0"/>
        </a:p>
      </dsp:txBody>
      <dsp:txXfrm>
        <a:off x="791" y="1353919"/>
        <a:ext cx="3205646" cy="2030879"/>
      </dsp:txXfrm>
    </dsp:sp>
    <dsp:sp modelId="{B5C79D86-43CA-4232-9AA1-E771B4714027}">
      <dsp:nvSpPr>
        <dsp:cNvPr id="0" name=""/>
        <dsp:cNvSpPr/>
      </dsp:nvSpPr>
      <dsp:spPr>
        <a:xfrm>
          <a:off x="791" y="0"/>
          <a:ext cx="3205646" cy="135391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47" tIns="165100" rIns="31664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91" y="0"/>
        <a:ext cx="3205646" cy="1353919"/>
      </dsp:txXfrm>
    </dsp:sp>
    <dsp:sp modelId="{A42E16B2-4D5D-48FA-BD62-8A52789AF9C1}">
      <dsp:nvSpPr>
        <dsp:cNvPr id="0" name=""/>
        <dsp:cNvSpPr/>
      </dsp:nvSpPr>
      <dsp:spPr>
        <a:xfrm>
          <a:off x="3462889" y="0"/>
          <a:ext cx="3205646" cy="3384799"/>
        </a:xfrm>
        <a:prstGeom prst="rect">
          <a:avLst/>
        </a:prstGeom>
        <a:solidFill>
          <a:schemeClr val="accent2">
            <a:hueOff val="806792"/>
            <a:satOff val="-428"/>
            <a:lumOff val="2842"/>
            <a:alphaOff val="0"/>
          </a:schemeClr>
        </a:solidFill>
        <a:ln w="19050" cap="rnd" cmpd="sng" algn="ctr">
          <a:solidFill>
            <a:schemeClr val="accent2">
              <a:hueOff val="806792"/>
              <a:satOff val="-428"/>
              <a:lumOff val="28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47" tIns="0" rIns="31664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 dirty="0"/>
            <a:t>Execute OS command: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i="0" kern="1200" baseline="0" dirty="0"/>
            <a:t>{ "code": "__import__('</a:t>
          </a:r>
          <a:r>
            <a:rPr lang="en-US" sz="2000" i="0" kern="1200" baseline="0" dirty="0" err="1"/>
            <a:t>os</a:t>
          </a:r>
          <a:r>
            <a:rPr lang="en-US" sz="2000" i="0" kern="1200" baseline="0" dirty="0"/>
            <a:t>').system('</a:t>
          </a:r>
          <a:r>
            <a:rPr lang="en-US" sz="2000" i="0" kern="1200" baseline="0" dirty="0" err="1"/>
            <a:t>whoami</a:t>
          </a:r>
          <a:r>
            <a:rPr lang="en-US" sz="2000" i="0" kern="1200" baseline="0" dirty="0"/>
            <a:t>')" } </a:t>
          </a:r>
          <a:endParaRPr lang="en-US" sz="2000" kern="1200" dirty="0"/>
        </a:p>
      </dsp:txBody>
      <dsp:txXfrm>
        <a:off x="3462889" y="1353919"/>
        <a:ext cx="3205646" cy="2030879"/>
      </dsp:txXfrm>
    </dsp:sp>
    <dsp:sp modelId="{B76ED1EF-6B1E-4BED-B029-013D5971A042}">
      <dsp:nvSpPr>
        <dsp:cNvPr id="0" name=""/>
        <dsp:cNvSpPr/>
      </dsp:nvSpPr>
      <dsp:spPr>
        <a:xfrm>
          <a:off x="3462889" y="0"/>
          <a:ext cx="3205646" cy="135391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47" tIns="165100" rIns="31664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462889" y="0"/>
        <a:ext cx="3205646" cy="1353919"/>
      </dsp:txXfrm>
    </dsp:sp>
    <dsp:sp modelId="{888E4F4B-2886-466A-9659-0588BB59D9FC}">
      <dsp:nvSpPr>
        <dsp:cNvPr id="0" name=""/>
        <dsp:cNvSpPr/>
      </dsp:nvSpPr>
      <dsp:spPr>
        <a:xfrm>
          <a:off x="6924987" y="0"/>
          <a:ext cx="3205646" cy="3384799"/>
        </a:xfrm>
        <a:prstGeom prst="rect">
          <a:avLst/>
        </a:prstGeom>
        <a:solidFill>
          <a:schemeClr val="accent2">
            <a:hueOff val="1613584"/>
            <a:satOff val="-856"/>
            <a:lumOff val="5685"/>
            <a:alphaOff val="0"/>
          </a:schemeClr>
        </a:solidFill>
        <a:ln w="19050" cap="rnd" cmpd="sng" algn="ctr">
          <a:solidFill>
            <a:schemeClr val="accent2">
              <a:hueOff val="1613584"/>
              <a:satOff val="-856"/>
              <a:lumOff val="56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47" tIns="0" rIns="31664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 dirty="0"/>
            <a:t>Execute subprocess command: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i="0" kern="1200" baseline="0" dirty="0"/>
            <a:t>{ "code": "__import__('subprocess').</a:t>
          </a:r>
          <a:r>
            <a:rPr lang="en-US" sz="2000" i="0" kern="1200" baseline="0" dirty="0" err="1"/>
            <a:t>getoutput</a:t>
          </a:r>
          <a:r>
            <a:rPr lang="en-US" sz="2000" i="0" kern="1200" baseline="0" dirty="0"/>
            <a:t>('</a:t>
          </a:r>
          <a:r>
            <a:rPr lang="en-US" sz="2000" i="0" kern="1200" baseline="0" dirty="0" err="1"/>
            <a:t>whoami</a:t>
          </a:r>
          <a:r>
            <a:rPr lang="en-US" sz="2000" i="0" kern="1200" baseline="0" dirty="0"/>
            <a:t>')" }</a:t>
          </a:r>
          <a:endParaRPr lang="en-US" sz="2000" kern="1200" dirty="0"/>
        </a:p>
      </dsp:txBody>
      <dsp:txXfrm>
        <a:off x="6924987" y="1353919"/>
        <a:ext cx="3205646" cy="2030879"/>
      </dsp:txXfrm>
    </dsp:sp>
    <dsp:sp modelId="{2CD71EC7-0E41-4558-8350-AF7731853F3D}">
      <dsp:nvSpPr>
        <dsp:cNvPr id="0" name=""/>
        <dsp:cNvSpPr/>
      </dsp:nvSpPr>
      <dsp:spPr>
        <a:xfrm>
          <a:off x="6924987" y="0"/>
          <a:ext cx="3205646" cy="135391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47" tIns="165100" rIns="31664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924987" y="0"/>
        <a:ext cx="3205646" cy="13539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128D5-CF53-4004-A63A-F4D230CF6917}">
      <dsp:nvSpPr>
        <dsp:cNvPr id="0" name=""/>
        <dsp:cNvSpPr/>
      </dsp:nvSpPr>
      <dsp:spPr>
        <a:xfrm>
          <a:off x="0" y="0"/>
          <a:ext cx="5039803" cy="8676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/>
            <a:t>Base URL: </a:t>
          </a:r>
          <a:r>
            <a:rPr lang="en-US" sz="1600" i="0" kern="1200" baseline="0" dirty="0">
              <a:hlinkClick xmlns:r="http://schemas.openxmlformats.org/officeDocument/2006/relationships" r:id="rId1"/>
            </a:rPr>
            <a:t>http://localhost:5000/test_all_vulnerabilities</a:t>
          </a:r>
          <a:endParaRPr lang="en-US" sz="1600" i="0" kern="1200" baseline="0" dirty="0"/>
        </a:p>
      </dsp:txBody>
      <dsp:txXfrm>
        <a:off x="25412" y="25412"/>
        <a:ext cx="4002046" cy="816808"/>
      </dsp:txXfrm>
    </dsp:sp>
    <dsp:sp modelId="{F6307770-43F4-4CE9-8331-54A17D28D621}">
      <dsp:nvSpPr>
        <dsp:cNvPr id="0" name=""/>
        <dsp:cNvSpPr/>
      </dsp:nvSpPr>
      <dsp:spPr>
        <a:xfrm>
          <a:off x="376348" y="988137"/>
          <a:ext cx="5039803" cy="8676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/>
            <a:t>Use POST method</a:t>
          </a:r>
          <a:endParaRPr lang="en-US" sz="1600" kern="1200"/>
        </a:p>
      </dsp:txBody>
      <dsp:txXfrm>
        <a:off x="401760" y="1013549"/>
        <a:ext cx="4048668" cy="816808"/>
      </dsp:txXfrm>
    </dsp:sp>
    <dsp:sp modelId="{50D6CCD8-5190-47FF-9304-A7666437ADE9}">
      <dsp:nvSpPr>
        <dsp:cNvPr id="0" name=""/>
        <dsp:cNvSpPr/>
      </dsp:nvSpPr>
      <dsp:spPr>
        <a:xfrm>
          <a:off x="752697" y="1976274"/>
          <a:ext cx="5039803" cy="8676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/>
            <a:t>Content-Type: application/json</a:t>
          </a:r>
          <a:endParaRPr lang="en-US" sz="1600" kern="1200"/>
        </a:p>
      </dsp:txBody>
      <dsp:txXfrm>
        <a:off x="778109" y="2001686"/>
        <a:ext cx="4048668" cy="816808"/>
      </dsp:txXfrm>
    </dsp:sp>
    <dsp:sp modelId="{71E465DB-630D-4062-A31D-8DBC5CE56E2A}">
      <dsp:nvSpPr>
        <dsp:cNvPr id="0" name=""/>
        <dsp:cNvSpPr/>
      </dsp:nvSpPr>
      <dsp:spPr>
        <a:xfrm>
          <a:off x="1129046" y="2964411"/>
          <a:ext cx="5039803" cy="8676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/>
            <a:t>Command Injection Specific URL:</a:t>
          </a:r>
          <a:endParaRPr lang="en-US" sz="1600" kern="1200"/>
        </a:p>
      </dsp:txBody>
      <dsp:txXfrm>
        <a:off x="1154458" y="2989823"/>
        <a:ext cx="4048668" cy="816808"/>
      </dsp:txXfrm>
    </dsp:sp>
    <dsp:sp modelId="{8F654A7B-05DF-43BF-818E-6C88B82D1438}">
      <dsp:nvSpPr>
        <dsp:cNvPr id="0" name=""/>
        <dsp:cNvSpPr/>
      </dsp:nvSpPr>
      <dsp:spPr>
        <a:xfrm>
          <a:off x="1505395" y="3952549"/>
          <a:ext cx="5039803" cy="8676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/>
            <a:t>http://localhost:5000/execute</a:t>
          </a:r>
          <a:endParaRPr lang="en-US" sz="1600" kern="1200" dirty="0"/>
        </a:p>
      </dsp:txBody>
      <dsp:txXfrm>
        <a:off x="1530807" y="3977961"/>
        <a:ext cx="4048668" cy="816808"/>
      </dsp:txXfrm>
    </dsp:sp>
    <dsp:sp modelId="{55DD55C8-1762-4066-AC90-6A4E40BB4E7E}">
      <dsp:nvSpPr>
        <dsp:cNvPr id="0" name=""/>
        <dsp:cNvSpPr/>
      </dsp:nvSpPr>
      <dsp:spPr>
        <a:xfrm>
          <a:off x="4475841" y="633853"/>
          <a:ext cx="563961" cy="56396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602732" y="633853"/>
        <a:ext cx="310179" cy="424381"/>
      </dsp:txXfrm>
    </dsp:sp>
    <dsp:sp modelId="{88157651-6F3F-4F09-98F5-DB444604746F}">
      <dsp:nvSpPr>
        <dsp:cNvPr id="0" name=""/>
        <dsp:cNvSpPr/>
      </dsp:nvSpPr>
      <dsp:spPr>
        <a:xfrm>
          <a:off x="4852190" y="1621991"/>
          <a:ext cx="563961" cy="56396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979081" y="1621991"/>
        <a:ext cx="310179" cy="424381"/>
      </dsp:txXfrm>
    </dsp:sp>
    <dsp:sp modelId="{FCED7FE6-B61D-41EA-A4A6-DA62844ADC27}">
      <dsp:nvSpPr>
        <dsp:cNvPr id="0" name=""/>
        <dsp:cNvSpPr/>
      </dsp:nvSpPr>
      <dsp:spPr>
        <a:xfrm>
          <a:off x="5228539" y="2595668"/>
          <a:ext cx="563961" cy="56396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355430" y="2595668"/>
        <a:ext cx="310179" cy="424381"/>
      </dsp:txXfrm>
    </dsp:sp>
    <dsp:sp modelId="{AB6CE0D0-35EF-4E96-A123-1581146C684E}">
      <dsp:nvSpPr>
        <dsp:cNvPr id="0" name=""/>
        <dsp:cNvSpPr/>
      </dsp:nvSpPr>
      <dsp:spPr>
        <a:xfrm>
          <a:off x="5604888" y="3593445"/>
          <a:ext cx="563961" cy="56396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731779" y="3593445"/>
        <a:ext cx="310179" cy="4243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86BA3-7DBD-4586-96BF-1A41503D14AA}">
      <dsp:nvSpPr>
        <dsp:cNvPr id="0" name=""/>
        <dsp:cNvSpPr/>
      </dsp:nvSpPr>
      <dsp:spPr>
        <a:xfrm>
          <a:off x="0" y="0"/>
          <a:ext cx="654519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0E04B9-5325-4E39-86DC-05CF50230541}">
      <dsp:nvSpPr>
        <dsp:cNvPr id="0" name=""/>
        <dsp:cNvSpPr/>
      </dsp:nvSpPr>
      <dsp:spPr>
        <a:xfrm>
          <a:off x="0" y="0"/>
          <a:ext cx="6545199" cy="120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Demonstrated common web vulnerabilities</a:t>
          </a:r>
        </a:p>
      </dsp:txBody>
      <dsp:txXfrm>
        <a:off x="0" y="0"/>
        <a:ext cx="6545199" cy="1205045"/>
      </dsp:txXfrm>
    </dsp:sp>
    <dsp:sp modelId="{0BC3FB45-82FF-4E4C-9903-E5076B4367FC}">
      <dsp:nvSpPr>
        <dsp:cNvPr id="0" name=""/>
        <dsp:cNvSpPr/>
      </dsp:nvSpPr>
      <dsp:spPr>
        <a:xfrm>
          <a:off x="0" y="1205045"/>
          <a:ext cx="6545199" cy="0"/>
        </a:xfrm>
        <a:prstGeom prst="line">
          <a:avLst/>
        </a:prstGeom>
        <a:gradFill rotWithShape="0">
          <a:gsLst>
            <a:gs pos="0">
              <a:schemeClr val="accent2">
                <a:hueOff val="537861"/>
                <a:satOff val="-285"/>
                <a:lumOff val="1895"/>
                <a:alphaOff val="0"/>
                <a:tint val="98000"/>
                <a:lumMod val="100000"/>
              </a:schemeClr>
            </a:gs>
            <a:gs pos="100000">
              <a:schemeClr val="accent2">
                <a:hueOff val="537861"/>
                <a:satOff val="-285"/>
                <a:lumOff val="1895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537861"/>
              <a:satOff val="-285"/>
              <a:lumOff val="1895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4AD619-CF93-472E-8D6C-60103829F906}">
      <dsp:nvSpPr>
        <dsp:cNvPr id="0" name=""/>
        <dsp:cNvSpPr/>
      </dsp:nvSpPr>
      <dsp:spPr>
        <a:xfrm>
          <a:off x="0" y="1205045"/>
          <a:ext cx="6545199" cy="120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Conducted practical testing using crafted payloads</a:t>
          </a:r>
        </a:p>
      </dsp:txBody>
      <dsp:txXfrm>
        <a:off x="0" y="1205045"/>
        <a:ext cx="6545199" cy="1205045"/>
      </dsp:txXfrm>
    </dsp:sp>
    <dsp:sp modelId="{4F92C09A-CDFF-4137-9C1C-8F9843D962D4}">
      <dsp:nvSpPr>
        <dsp:cNvPr id="0" name=""/>
        <dsp:cNvSpPr/>
      </dsp:nvSpPr>
      <dsp:spPr>
        <a:xfrm>
          <a:off x="0" y="2410091"/>
          <a:ext cx="6545199" cy="0"/>
        </a:xfrm>
        <a:prstGeom prst="line">
          <a:avLst/>
        </a:prstGeom>
        <a:gradFill rotWithShape="0">
          <a:gsLst>
            <a:gs pos="0">
              <a:schemeClr val="accent2">
                <a:hueOff val="1075723"/>
                <a:satOff val="-571"/>
                <a:lumOff val="3790"/>
                <a:alphaOff val="0"/>
                <a:tint val="98000"/>
                <a:lumMod val="100000"/>
              </a:schemeClr>
            </a:gs>
            <a:gs pos="100000">
              <a:schemeClr val="accent2">
                <a:hueOff val="1075723"/>
                <a:satOff val="-571"/>
                <a:lumOff val="379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1075723"/>
              <a:satOff val="-571"/>
              <a:lumOff val="379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CC6F4D-6917-4203-9770-9BCBECE5A643}">
      <dsp:nvSpPr>
        <dsp:cNvPr id="0" name=""/>
        <dsp:cNvSpPr/>
      </dsp:nvSpPr>
      <dsp:spPr>
        <a:xfrm>
          <a:off x="0" y="2410091"/>
          <a:ext cx="6545199" cy="120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Learned secure coding practices</a:t>
          </a:r>
        </a:p>
      </dsp:txBody>
      <dsp:txXfrm>
        <a:off x="0" y="2410091"/>
        <a:ext cx="6545199" cy="1205045"/>
      </dsp:txXfrm>
    </dsp:sp>
    <dsp:sp modelId="{22E888E7-3FEE-44B1-A4F2-3C215F6ECA7B}">
      <dsp:nvSpPr>
        <dsp:cNvPr id="0" name=""/>
        <dsp:cNvSpPr/>
      </dsp:nvSpPr>
      <dsp:spPr>
        <a:xfrm>
          <a:off x="0" y="3615136"/>
          <a:ext cx="6545199" cy="0"/>
        </a:xfrm>
        <a:prstGeom prst="line">
          <a:avLst/>
        </a:prstGeom>
        <a:gradFill rotWithShape="0">
          <a:gsLst>
            <a:gs pos="0">
              <a:schemeClr val="accent2">
                <a:hueOff val="1613584"/>
                <a:satOff val="-856"/>
                <a:lumOff val="5685"/>
                <a:alphaOff val="0"/>
                <a:tint val="98000"/>
                <a:lumMod val="100000"/>
              </a:schemeClr>
            </a:gs>
            <a:gs pos="100000">
              <a:schemeClr val="accent2">
                <a:hueOff val="1613584"/>
                <a:satOff val="-856"/>
                <a:lumOff val="5685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1613584"/>
              <a:satOff val="-856"/>
              <a:lumOff val="5685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461E9F1-DD43-416D-8A1E-1F5B8169FE32}">
      <dsp:nvSpPr>
        <dsp:cNvPr id="0" name=""/>
        <dsp:cNvSpPr/>
      </dsp:nvSpPr>
      <dsp:spPr>
        <a:xfrm>
          <a:off x="0" y="3615136"/>
          <a:ext cx="6545199" cy="120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Fixed high-risk flaws like eval and plaintext passwords</a:t>
          </a:r>
        </a:p>
      </dsp:txBody>
      <dsp:txXfrm>
        <a:off x="0" y="3615136"/>
        <a:ext cx="6545199" cy="1205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0DA4E-4638-475B-99A7-F05B10BB99C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79C5C-AAB0-4F3A-AF5C-394D278A8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5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79C5C-AAB0-4F3A-AF5C-394D278A825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87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485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90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363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4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28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30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39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96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85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67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348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362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063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849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203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38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420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4/19/2025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419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EA29D9A-6452-79A1-CDE8-A0E7A2AEC3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86876" y="2032000"/>
            <a:ext cx="4513792" cy="28193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Build a Vulnerable REST API and Conduct Penetration Testing on It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56EE7-AC42-E656-6B2B-314F82284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876" y="4851399"/>
            <a:ext cx="4513792" cy="91440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IN" sz="2000" dirty="0" err="1"/>
              <a:t>R.Srujana</a:t>
            </a:r>
            <a:r>
              <a:rPr lang="en-IN" sz="2000" dirty="0"/>
              <a:t> REDDY</a:t>
            </a:r>
          </a:p>
          <a:p>
            <a:pPr>
              <a:lnSpc>
                <a:spcPct val="90000"/>
              </a:lnSpc>
            </a:pPr>
            <a:r>
              <a:rPr lang="en-IN" sz="2000" dirty="0"/>
              <a:t>AP22110011502</a:t>
            </a:r>
          </a:p>
          <a:p>
            <a:pPr>
              <a:lnSpc>
                <a:spcPct val="90000"/>
              </a:lnSpc>
            </a:pPr>
            <a:r>
              <a:rPr lang="en-IN" sz="2000" dirty="0"/>
              <a:t>CSE-Y</a:t>
            </a:r>
          </a:p>
        </p:txBody>
      </p:sp>
      <p:sp>
        <p:nvSpPr>
          <p:cNvPr id="1033" name="Freeform 5">
            <a:extLst>
              <a:ext uri="{FF2B5EF4-FFF2-40B4-BE49-F238E27FC236}">
                <a16:creationId xmlns:a16="http://schemas.microsoft.com/office/drawing/2014/main" id="{66E77F98-D232-4F7C-8939-9112C4393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035" name="Freeform 14">
            <a:extLst>
              <a:ext uri="{FF2B5EF4-FFF2-40B4-BE49-F238E27FC236}">
                <a16:creationId xmlns:a16="http://schemas.microsoft.com/office/drawing/2014/main" id="{2D69692A-B119-4841-BA47-573ED383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376D2B7F-D454-43F4-9C03-617F5ECAC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CB3E3C80-CF43-424A-8A88-AE3F3BB97B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E5EF46FA-D436-4C4F-A200-485E1BF33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7DB6BF16-4065-479E-BFB0-C908A02E4C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4BC3B5CC-2833-45E2-8945-88EC470DD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5055C724-1D63-4CF4-84B1-C9CBE0306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4C3CE87C-0A07-4D8F-BB31-90C2A90A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1104BE2F-58A7-4BAC-86FA-FF2A8C7D8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32E74752-77C3-43C2-8774-D5F9D49B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64DB6084-8275-4B8B-B916-A86538352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248ADBF5-265C-42C6-AE25-6A47E611F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5C2B34DD-C780-4185-8409-577D82EF5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52522DE9-2D64-436D-9CE6-1CA0B6F755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D7EB3C83-9D04-4B51-B81A-92415595C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3923EF68-3866-4504-A547-748B286B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79FFA4A6-C19A-4D63-A48E-F6DF3BF4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252A8C7B-BAD4-442E-B027-78A04D9A9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216BDBD3-5F1E-4C86-B451-F0CA3CE89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B9FEB101-5620-4A0F-95E3-CE2DBB03E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67C7135B-3A30-4C00-B647-7297D88AE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3A41718C-4C14-4541-A818-EEF0E14B9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C190C7EE-1249-45BC-B477-672534C55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92EAA8AA-1C71-42EC-AFEF-6755DD081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D52D9C58-B6CD-487D-8844-8E60C26B7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1DC16357-5F68-4943-842C-281B0B29C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679E2988-BDB4-4B76-BC01-0A4F70AED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BF13BD4C-FD43-41AE-9C3C-70353B538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6043F5EC-7D9B-497A-A1D5-F594BC83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E3C79359-007A-4E83-961D-B74B7F014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D95CA68B-BEB2-4A87-A7BA-9A02E1986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6A1DD542-B97B-4A32-BD77-5E180CF9C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F195F679-DC61-48C0-AFA7-14EB929C16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B7ED82E4-33E1-4C24-B9BC-80B88E993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4D3FF1B5-570E-411B-B032-7D3D14A9D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49AC84EA-A2CE-4019-B84B-7A1F404BC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F8E51320-5338-4343-B3F1-8CD8C201B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4CA359DA-7FFD-49D7-9DC8-90CC59297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D639F649-3951-4473-8E7F-8C5A60DBE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0B685C7E-0793-4A19-A2C0-ED0AF4C95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8C41D6C1-396D-4A13-9016-3740B74A6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02453185-7FF0-4468-B954-8B80326196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52E5D222-C91B-4F53-8691-2776D48B7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E895179C-86D4-47C3-B3CF-0B35CF49D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B2E7AF09-E0E5-48D7-B567-DC6CEF768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DB88FBC0-46E9-45F7-AE3D-4A217317C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FFFE4CED-BA63-4027-A163-AB70074D1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8B9E605E-7F91-42D6-AB7B-E29DAB2FC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B1C908CE-4D4A-4EC5-ACBC-0A98139D2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003599D7-040E-456C-9C79-0970F0DF9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51E6638C-2C86-4508-8353-201940025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7FDC02B3-C8E4-4A8B-BFA9-4277A6447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DAA08825-5607-45CA-961E-8CCB137A1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72CC3665-D1A4-4688-968F-6667A3CD0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22931648-3329-4376-8A41-1FDF2E70C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05F0E143-F9A0-4841-BB31-F4FC3C9D73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F80BB23A-6014-403A-816C-B8AB6C98C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E93EA34A-9835-4230-9A93-6E45613D3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5C63864B-F930-461F-9679-F99A4A7A0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4F6D4C50-4656-46BD-BAF1-4A85D1500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8EA43B2D-4AE2-4D25-9D3C-0B4DE8D9F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9AA0EF34-10B7-472F-8415-C632429DC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97AB2629-C6CE-4727-8B4C-E52B2C63E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50DB4576-3607-47C2-BFB8-15B9E3E27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B3984074-5931-426F-88C9-2B1F3336C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A211FA60-C675-44B6-98A5-2B3E0BFD3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FCF41A87-6CC9-46BC-AE89-4FD0B18E1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4A53913-716C-4795-812E-AB3D9EF50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1A8EAB39-60C4-433D-A443-17A3D780E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Straight Connector 1104">
              <a:extLst>
                <a:ext uri="{FF2B5EF4-FFF2-40B4-BE49-F238E27FC236}">
                  <a16:creationId xmlns:a16="http://schemas.microsoft.com/office/drawing/2014/main" id="{A4B0E329-AF06-495C-851E-02225948B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1C20E637-1437-469C-8547-F824CFEF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C1FC0204-FD67-429A-9FC3-BE2E86659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01E82E22-F32C-4D97-8FF6-E679457F9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CD0F75F5-7585-44E5-9733-F21B571D7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D7DF6771-925B-4E07-8309-3E18E6DC2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B43F0621-14B6-4252-88C8-87AC6A1EA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9FCE7C44-327E-4EEE-BD29-C5938B681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EB120CBC-3C07-4ED4-9BCC-784A6C31C2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C1A8A678-7BD8-4C71-92A6-9AD3C1457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A56C66A0-173A-47A0-B993-D218E02BB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929AA232-66CF-7DF8-6943-17B7A0191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4896" y="2433919"/>
            <a:ext cx="4883894" cy="3211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61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DE2AFF0-0440-4F06-B1DF-78376F2D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B6B45E-632E-4C37-A285-6FAD80F71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2F4D1-CA3D-9F64-D853-4B70D31B3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+mn-lt"/>
              </a:rPr>
              <a:t>Project Overview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41E085E1-81F8-422A-E3D0-D3F47238EE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050642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780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4596-BCBB-8A0D-2075-EC9E97371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en-IN" b="1">
                <a:latin typeface="+mn-lt"/>
              </a:rPr>
              <a:t>List of Vulnerabilities</a:t>
            </a:r>
            <a:endParaRPr lang="en-IN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A1118D9-F1E7-1D90-F817-9CEA4089D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485" b="-2"/>
          <a:stretch/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05BB-7EAE-F72B-50A5-472071622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b="1" dirty="0"/>
              <a:t>SQL Injection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Plaintext Password Storage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Cross-Site Scripting (XSS)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Weak Authentication Mechanism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Predictable Token Generation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Brute Force Vulnerability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Insecure Direct Object Reference (IDOR)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Command Injection (eval)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44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B6B0-1615-38EF-38D3-266A05866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88" y="110448"/>
            <a:ext cx="10131425" cy="1456267"/>
          </a:xfrm>
        </p:spPr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Flask Code – Walkthrough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E4BC19-5536-F456-E8C5-3810733BCF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088" y="1287244"/>
            <a:ext cx="11261725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@app.route('/test_all_vulnerabilities', methods=['POST'])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endpoint receives a JSON payload containing fields like username, password, expression,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Injection: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vulnerable_query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=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f"SELECT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* FROM users WHERE username='{username}' AND password='{password}'"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line directly injects user input into SQL query. If someone sends "admin' OR '1'='1", they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bypass authentication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Plaintext Password Storage: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cursor.execute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("INSERT INTO users (username, password) VALUES (?, ?)", ...)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Password is stored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as-is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without encryption or hashing.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 Site Scripting (XSS):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output['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xss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'] = f"&lt;h1&gt;Hello {username}&lt;/h1&gt;"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Usernames like &lt;script&gt;alert('XSS')&lt;/script&gt; are rendered directly, showing the alert.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Weak Authentication: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cursor.execute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("SELECT * FROM users WHERE username=? AND password=?", ...)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Authentication is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only based on raw username and password.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81428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D373D-C716-52F5-9955-7986D162A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285750"/>
            <a:ext cx="11264201" cy="6396403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Predictable Token: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token = username + "123"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/>
              <a:t>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okens should be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random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but this is easy to guess.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Brute Force: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Same login check is repeated without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rate limiting or lockout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cursor.execute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("SELECT * FROM users WHERE id=?",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user_id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checks whether current user is allowed to view the given user 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Command Injection: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eval(expression)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Dangerous! Any Python code or OS command can be run from input.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66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E2AFF0-0440-4F06-B1DF-78376F2D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AB6B45E-632E-4C37-A285-6FAD80F71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F7A9E-9CDB-A908-FCDE-7ADEFCF9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n-lt"/>
              </a:rPr>
              <a:t>Vulnerability Explanations</a:t>
            </a:r>
            <a:endParaRPr lang="en-IN" sz="3200" dirty="0">
              <a:solidFill>
                <a:srgbClr val="FFFFFF"/>
              </a:solidFill>
              <a:latin typeface="+mn-lt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10CD982-E383-A34B-BA15-3EBC1C04AF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310718"/>
              </p:ext>
            </p:extLst>
          </p:nvPr>
        </p:nvGraphicFramePr>
        <p:xfrm>
          <a:off x="4577733" y="407458"/>
          <a:ext cx="6928466" cy="6043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123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DE2AFF0-0440-4F06-B1DF-78376F2D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AB6B45E-632E-4C37-A285-6FAD80F71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0F2BE83B-764C-F479-5F6D-BAA3098A3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630937"/>
              </p:ext>
            </p:extLst>
          </p:nvPr>
        </p:nvGraphicFramePr>
        <p:xfrm>
          <a:off x="4376522" y="364253"/>
          <a:ext cx="7048454" cy="6129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8CBB8C-C7FB-E811-C234-19CAA98BB6D1}"/>
              </a:ext>
            </a:extLst>
          </p:cNvPr>
          <p:cNvSpPr txBox="1"/>
          <p:nvPr/>
        </p:nvSpPr>
        <p:spPr>
          <a:xfrm>
            <a:off x="555171" y="2607519"/>
            <a:ext cx="25899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n-lt"/>
              </a:rPr>
              <a:t>Vulnerability Explanations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83175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8BEA9AF1-EF35-4EC4-862B-93C14919B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72FB946D-2326-449B-B771-9EDB01C8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9224A0EC-9334-468D-849F-BF1FF8C6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0EFFC263-7EB0-4842-BE9B-3176A41A7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6900D5-771F-A1B9-6F41-CCB62BAC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4" b="2"/>
          <a:stretch/>
        </p:blipFill>
        <p:spPr>
          <a:xfrm>
            <a:off x="643466" y="643467"/>
            <a:ext cx="5372100" cy="55710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A66FA2-B8C4-67E9-53E3-3C82C69554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00" b="2"/>
          <a:stretch/>
        </p:blipFill>
        <p:spPr>
          <a:xfrm>
            <a:off x="6176435" y="640927"/>
            <a:ext cx="53720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29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147667-09DE-8AEC-B015-03131BD1E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216" y="992899"/>
            <a:ext cx="3361503" cy="46048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7B51DBB-7B55-AD8A-6367-1652B5AED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66" y="1215852"/>
            <a:ext cx="3720140" cy="415235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BE20FC1-618B-C123-7BB9-790FFB539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245" y="992899"/>
            <a:ext cx="3384527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13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63042-33A0-5E4D-499A-BD9AAFB1B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68" y="1123527"/>
            <a:ext cx="3211847" cy="46048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C2D7AA8-19CB-9FDA-7F78-FFB6B03F2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865" y="1123527"/>
            <a:ext cx="3326967" cy="46048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B45D-DCE1-53DE-D639-ADF0F1628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948" y="1123528"/>
            <a:ext cx="3257895" cy="460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DEDAAC-44C9-CA4C-2DB0-BED247437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216" y="992899"/>
            <a:ext cx="3361503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7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C86C3-BB48-F6DF-5742-83338130B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91" y="1123527"/>
            <a:ext cx="3165800" cy="46048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E52CA04-534D-6E9E-B229-D887FFA0E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89" y="1123527"/>
            <a:ext cx="3280919" cy="46048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870BDCB-6112-8334-CC97-349E44DA7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704" y="1123528"/>
            <a:ext cx="3246383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2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E014-A48F-59EC-4C6E-C2D63D02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84" y="544285"/>
            <a:ext cx="11177359" cy="1047751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+mn-lt"/>
              </a:rPr>
              <a:t>Specific Vulnerability - Command </a:t>
            </a:r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Injection (eval)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129214-712B-4D77-A13E-2FFDF0A44D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1115" y="1929848"/>
            <a:ext cx="104747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ALLOWED_COMMANDS = { "time": ..., "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whoami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": ..., "date": ...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Only predefined safe commands are allowed.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 is removed.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Prevents arbitrary command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C6437-9183-931C-8AF0-0743E56C8C2F}"/>
              </a:ext>
            </a:extLst>
          </p:cNvPr>
          <p:cNvSpPr txBox="1"/>
          <p:nvPr/>
        </p:nvSpPr>
        <p:spPr>
          <a:xfrm>
            <a:off x="751115" y="3847459"/>
            <a:ext cx="94787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FIXED CODE FOR COMMAND INJECTION</a:t>
            </a:r>
            <a:endParaRPr lang="en-IN" sz="3200" dirty="0"/>
          </a:p>
          <a:p>
            <a:endParaRPr lang="en-IN" sz="32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493BC7-8EF2-7CBE-A9E1-29F4C7F87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115" y="48593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see here a comparison of malicious payloads versus safe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 with user input → Dangerous.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Restricted functions → Safe.”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781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7ADE-724C-24C8-12CF-87FF36968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649" y="361740"/>
            <a:ext cx="5140455" cy="143691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Specific Vulnerability - Command Injection (eval)</a:t>
            </a:r>
            <a:br>
              <a:rPr lang="en-IN" sz="2800" b="1" dirty="0"/>
            </a:br>
            <a:endParaRPr lang="en-IN" sz="28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9B0AD7-2B9C-8986-937D-A520851C4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649" y="1436914"/>
            <a:ext cx="4553881" cy="49802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6F319E-DEA0-8021-B744-0F61AD574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927" y="1436913"/>
            <a:ext cx="4553881" cy="49802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FA0AA1-1454-FAA6-36EB-30596090864A}"/>
              </a:ext>
            </a:extLst>
          </p:cNvPr>
          <p:cNvSpPr txBox="1"/>
          <p:nvPr/>
        </p:nvSpPr>
        <p:spPr>
          <a:xfrm>
            <a:off x="6432927" y="331594"/>
            <a:ext cx="47182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FIXED CODE FOR COMMAND INJECTION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0897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81FC31-7968-DA14-8F90-DE2163F19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98" y="1477735"/>
            <a:ext cx="4786573" cy="4767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7BBD91-543A-8972-420E-67CBF88EA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131" y="1477735"/>
            <a:ext cx="4843721" cy="47679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C86BEA-2301-4AB0-DDE6-26D3B0C9F7D9}"/>
              </a:ext>
            </a:extLst>
          </p:cNvPr>
          <p:cNvSpPr txBox="1"/>
          <p:nvPr/>
        </p:nvSpPr>
        <p:spPr>
          <a:xfrm>
            <a:off x="616298" y="410043"/>
            <a:ext cx="4927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n-lt"/>
              </a:rPr>
              <a:t>Specific Vulnerability - Command </a:t>
            </a:r>
          </a:p>
          <a:p>
            <a:r>
              <a:rPr lang="en-US" sz="2400" b="1" dirty="0">
                <a:latin typeface="+mn-lt"/>
              </a:rPr>
              <a:t>Injection (eval)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B7D41-3D02-AF95-8CA4-6D8E5C6E8339}"/>
              </a:ext>
            </a:extLst>
          </p:cNvPr>
          <p:cNvSpPr txBox="1"/>
          <p:nvPr/>
        </p:nvSpPr>
        <p:spPr>
          <a:xfrm>
            <a:off x="6789131" y="528445"/>
            <a:ext cx="5135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Fixed code </a:t>
            </a:r>
            <a:r>
              <a:rPr lang="en-IN" sz="2400" b="1" dirty="0"/>
              <a:t>for</a:t>
            </a:r>
            <a:r>
              <a:rPr lang="en-US" sz="2400" b="1" dirty="0"/>
              <a:t> Command Injection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83838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5C64-922D-402C-3B2F-A80C18F48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+mn-lt"/>
              </a:rPr>
              <a:t>Example Malicious Payloads:</a:t>
            </a:r>
            <a:endParaRPr lang="en-IN" dirty="0">
              <a:latin typeface="+mn-lt"/>
            </a:endParaRPr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CB97ADBB-6480-484D-A13D-2874C3BFD3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595856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613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830A84-8BCE-915D-AF5C-A758AD6BA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2" y="713433"/>
            <a:ext cx="3666470" cy="5406013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A0610C6-7BF9-A628-F3A5-0AA694FE2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5370"/>
          <a:stretch/>
        </p:blipFill>
        <p:spPr>
          <a:xfrm>
            <a:off x="4310677" y="713432"/>
            <a:ext cx="3518826" cy="5406013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BB4A383-C131-13B7-17FB-1B13E9A42F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" b="9260"/>
          <a:stretch/>
        </p:blipFill>
        <p:spPr>
          <a:xfrm>
            <a:off x="8162335" y="713432"/>
            <a:ext cx="3694381" cy="5406013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753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E2AFF0-0440-4F06-B1DF-78376F2D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AB6B45E-632E-4C37-A285-6FAD80F71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93DE2-72E9-56EA-D1AB-FC0F4ABF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n-lt"/>
              </a:rPr>
              <a:t>POST URL &amp; API Endpoint</a:t>
            </a:r>
            <a:endParaRPr lang="en-IN" dirty="0">
              <a:solidFill>
                <a:srgbClr val="FFFFFF"/>
              </a:solidFill>
              <a:latin typeface="+mn-lt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C6202F1-4640-695A-6FC8-F34568CDB4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683226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3FE4E8D-F8DC-5E69-19DB-1AABF3CAB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7658" y="5551277"/>
            <a:ext cx="665389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test_all_vulnerabilities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— for testing all flaws.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/execute —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Specifically for command execution. This is where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eval()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vulnerability was demonstrated and later fixed.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455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E2AFF0-0440-4F06-B1DF-78376F2D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AB6B45E-632E-4C37-A285-6FAD80F71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D7ADC-A278-FA1A-422E-67A47100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US" sz="3300" b="1">
                <a:solidFill>
                  <a:srgbClr val="FFFFFF"/>
                </a:solidFill>
                <a:latin typeface="+mn-lt"/>
              </a:rPr>
              <a:t>Conclusion</a:t>
            </a:r>
            <a:endParaRPr lang="en-IN" sz="33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FB88AF-5840-CC08-6456-A7505A03E2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443667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4721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3691</TotalTime>
  <Words>1073</Words>
  <Application>Microsoft Office PowerPoint</Application>
  <PresentationFormat>Widescreen</PresentationFormat>
  <Paragraphs>135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Arial Unicode MS</vt:lpstr>
      <vt:lpstr>Calibri</vt:lpstr>
      <vt:lpstr>Calibri Light</vt:lpstr>
      <vt:lpstr>Celestial</vt:lpstr>
      <vt:lpstr>Build a Vulnerable REST API and Conduct Penetration Testing on It </vt:lpstr>
      <vt:lpstr>Project Overview</vt:lpstr>
      <vt:lpstr>List of Vulnerabilities</vt:lpstr>
      <vt:lpstr> Flask Code – Walkthrough</vt:lpstr>
      <vt:lpstr>PowerPoint Presentation</vt:lpstr>
      <vt:lpstr>Vulnerability Explanations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Specific Vulnerability - Command  Injection (eval)</vt:lpstr>
      <vt:lpstr>Specific Vulnerability - Command Injection (eval) </vt:lpstr>
      <vt:lpstr>PowerPoint Presentation</vt:lpstr>
      <vt:lpstr>Example Malicious Payloads:</vt:lpstr>
      <vt:lpstr>PowerPoint Presentation</vt:lpstr>
      <vt:lpstr>POST URL &amp; API Endpoint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Vulnerable REST API and Conduct Penetration Testing on It </dc:title>
  <dc:creator>rayasrujanareddy</dc:creator>
  <cp:lastModifiedBy>rayasrujanareddy</cp:lastModifiedBy>
  <cp:revision>13</cp:revision>
  <dcterms:created xsi:type="dcterms:W3CDTF">2025-04-19T03:44:08Z</dcterms:created>
  <dcterms:modified xsi:type="dcterms:W3CDTF">2025-04-21T17:16:02Z</dcterms:modified>
</cp:coreProperties>
</file>